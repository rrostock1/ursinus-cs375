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1:03.236" v="38" actId="20577"/>
      <pc:docMkLst>
        <pc:docMk/>
      </pc:docMkLst>
      <pc:sldChg chg="modSp mod">
        <pc:chgData name="Ralph Rostock" userId="ba6839b1feebeabf" providerId="LiveId" clId="{282AAF5D-1F48-4FCF-8602-3B494CE1C290}" dt="2026-01-28T02:21:03.236" v="38" actId="20577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1:03.236" v="38" actId="20577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70176" y="3059668"/>
            <a:ext cx="6051657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5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 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Software Architecture</a:t>
            </a: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2108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Druk Heavy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8</cp:revision>
  <dcterms:created xsi:type="dcterms:W3CDTF">2024-01-23T15:16:37Z</dcterms:created>
  <dcterms:modified xsi:type="dcterms:W3CDTF">2026-01-28T02:21:06Z</dcterms:modified>
</cp:coreProperties>
</file>