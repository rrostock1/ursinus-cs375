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0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2" d="100"/>
          <a:sy n="122" d="100"/>
        </p:scale>
        <p:origin x="1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lph Rostock" userId="ba6839b1feebeabf" providerId="LiveId" clId="{282AAF5D-1F48-4FCF-8602-3B494CE1C290}"/>
    <pc:docChg chg="modSld">
      <pc:chgData name="Ralph Rostock" userId="ba6839b1feebeabf" providerId="LiveId" clId="{282AAF5D-1F48-4FCF-8602-3B494CE1C290}" dt="2026-01-28T02:24:55.735" v="1"/>
      <pc:docMkLst>
        <pc:docMk/>
      </pc:docMkLst>
      <pc:sldChg chg="modSp mod">
        <pc:chgData name="Ralph Rostock" userId="ba6839b1feebeabf" providerId="LiveId" clId="{282AAF5D-1F48-4FCF-8602-3B494CE1C290}" dt="2026-01-28T02:24:55.735" v="1"/>
        <pc:sldMkLst>
          <pc:docMk/>
          <pc:sldMk cId="3445320646" sldId="256"/>
        </pc:sldMkLst>
        <pc:spChg chg="mod">
          <ac:chgData name="Ralph Rostock" userId="ba6839b1feebeabf" providerId="LiveId" clId="{282AAF5D-1F48-4FCF-8602-3B494CE1C290}" dt="2026-01-28T02:24:55.735" v="1"/>
          <ac:spMkLst>
            <pc:docMk/>
            <pc:sldMk cId="3445320646" sldId="256"/>
            <ac:spMk id="2" creationId="{A80823D0-3086-77A2-5B1D-C40FD2777FE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9B6344-04C4-1F16-CCE5-AEF3F5D210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B499F-B73D-8F16-4DF5-578CD8375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6FC78-0E5D-4497-88DB-D395E4EBF0A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8A174-F328-249D-5575-E89D9F04FD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DC69F-1595-7406-EC61-85E4B55A9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6FD6B-8DAD-4E11-A906-3C6657CE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170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11FBF-2C10-463B-A9CD-2175137593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C95D3-4065-4FF4-B09D-A2BC0DE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8080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ectangular frame with red and yellow symbols&#10;&#10;Description automatically generated">
            <a:extLst>
              <a:ext uri="{FF2B5EF4-FFF2-40B4-BE49-F238E27FC236}">
                <a16:creationId xmlns:a16="http://schemas.microsoft.com/office/drawing/2014/main" id="{63288AF2-F595-56C5-C2A3-660803476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7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white rectangular frame with a red border&#10;&#10;Description automatically generated">
            <a:extLst>
              <a:ext uri="{FF2B5EF4-FFF2-40B4-BE49-F238E27FC236}">
                <a16:creationId xmlns:a16="http://schemas.microsoft.com/office/drawing/2014/main" id="{196A96C2-9378-38F6-7F06-6907ED33AA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2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rectangular frame with a white background&#10;&#10;Description automatically generated">
            <a:extLst>
              <a:ext uri="{FF2B5EF4-FFF2-40B4-BE49-F238E27FC236}">
                <a16:creationId xmlns:a16="http://schemas.microsoft.com/office/drawing/2014/main" id="{1CA75341-F98F-7DFC-8544-30313E5C9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8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white card with a letter u&#10;&#10;Description automatically generated">
            <a:extLst>
              <a:ext uri="{FF2B5EF4-FFF2-40B4-BE49-F238E27FC236}">
                <a16:creationId xmlns:a16="http://schemas.microsoft.com/office/drawing/2014/main" id="{5A69D7CA-6D91-248C-D2CB-1013FE94F5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0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yellow rectangular frame&#10;&#10;Description automatically generated">
            <a:extLst>
              <a:ext uri="{FF2B5EF4-FFF2-40B4-BE49-F238E27FC236}">
                <a16:creationId xmlns:a16="http://schemas.microsoft.com/office/drawing/2014/main" id="{07A77D1D-AE1A-0A91-15CB-D4BAB7774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03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4E209B1E-2F0F-5371-B4F1-CBD324FD1A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5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D92AC7D5-1BF8-52A4-D918-E71A9061ED5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18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2" r:id="rId2"/>
    <p:sldLayoutId id="2147483673" r:id="rId3"/>
    <p:sldLayoutId id="2147483675" r:id="rId4"/>
    <p:sldLayoutId id="2147483676" r:id="rId5"/>
    <p:sldLayoutId id="2147483677" r:id="rId6"/>
    <p:sldLayoutId id="2147483678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823D0-3086-77A2-5B1D-C40FD2777FEE}"/>
              </a:ext>
            </a:extLst>
          </p:cNvPr>
          <p:cNvSpPr txBox="1"/>
          <p:nvPr/>
        </p:nvSpPr>
        <p:spPr>
          <a:xfrm>
            <a:off x="3044080" y="3059668"/>
            <a:ext cx="610385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CS375 Spring 2026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Ralph Rostock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</a:rPr>
              <a:t>Week 9</a:t>
            </a:r>
          </a:p>
          <a:p>
            <a:pPr algn="ctr"/>
            <a:r>
              <a:rPr lang="en-US" sz="2400" b="1">
                <a:solidFill>
                  <a:srgbClr val="97012E"/>
                </a:solidFill>
                <a:latin typeface="Druk Heavy" pitchFamily="2" charset="77"/>
              </a:rPr>
              <a:t> Software Testing Fundamentals</a:t>
            </a:r>
            <a:b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</a:br>
            <a:br>
              <a:rPr lang="en-US" sz="4000" dirty="0">
                <a:solidFill>
                  <a:schemeClr val="bg1"/>
                </a:solidFill>
                <a:latin typeface="Oak Sans" pitchFamily="2" charset="77"/>
              </a:rPr>
            </a:br>
            <a:endParaRPr lang="en-US" sz="4000" dirty="0">
              <a:solidFill>
                <a:schemeClr val="bg1"/>
              </a:solidFill>
              <a:latin typeface="Oa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453206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{B5A9200C-25AD-8243-91C6-9E230CEB9DC7}tf16401378</Template>
  <TotalTime>2109</TotalTime>
  <Words>13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Druk Heavy</vt:lpstr>
      <vt:lpstr>Garamond</vt:lpstr>
      <vt:lpstr>Oak Sans</vt:lpstr>
      <vt:lpstr>Wingdings</vt:lpstr>
      <vt:lpstr>Madison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Thomas, Steve</dc:creator>
  <cp:lastModifiedBy>Ralph Rostock</cp:lastModifiedBy>
  <cp:revision>11</cp:revision>
  <dcterms:created xsi:type="dcterms:W3CDTF">2024-01-23T15:16:37Z</dcterms:created>
  <dcterms:modified xsi:type="dcterms:W3CDTF">2026-01-28T02:24:58Z</dcterms:modified>
</cp:coreProperties>
</file>