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701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2" d="100"/>
          <a:sy n="122" d="100"/>
        </p:scale>
        <p:origin x="11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lph Rostock" userId="ba6839b1feebeabf" providerId="LiveId" clId="{282AAF5D-1F48-4FCF-8602-3B494CE1C290}"/>
    <pc:docChg chg="modSld">
      <pc:chgData name="Ralph Rostock" userId="ba6839b1feebeabf" providerId="LiveId" clId="{282AAF5D-1F48-4FCF-8602-3B494CE1C290}" dt="2026-01-28T02:25:43.120" v="2"/>
      <pc:docMkLst>
        <pc:docMk/>
      </pc:docMkLst>
      <pc:sldChg chg="modSp mod">
        <pc:chgData name="Ralph Rostock" userId="ba6839b1feebeabf" providerId="LiveId" clId="{282AAF5D-1F48-4FCF-8602-3B494CE1C290}" dt="2026-01-28T02:25:43.120" v="2"/>
        <pc:sldMkLst>
          <pc:docMk/>
          <pc:sldMk cId="3445320646" sldId="256"/>
        </pc:sldMkLst>
        <pc:spChg chg="mod">
          <ac:chgData name="Ralph Rostock" userId="ba6839b1feebeabf" providerId="LiveId" clId="{282AAF5D-1F48-4FCF-8602-3B494CE1C290}" dt="2026-01-28T02:25:43.120" v="2"/>
          <ac:spMkLst>
            <pc:docMk/>
            <pc:sldMk cId="3445320646" sldId="256"/>
            <ac:spMk id="2" creationId="{A80823D0-3086-77A2-5B1D-C40FD2777FE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9B6344-04C4-1F16-CCE5-AEF3F5D210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9B499F-B73D-8F16-4DF5-578CD83758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76FC78-0E5D-4497-88DB-D395E4EBF0A7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18A174-F328-249D-5575-E89D9F04FD1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https://ccecc.acm.org/guidance/software-engineering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1DC69F-1595-7406-EC61-85E4B55A924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06FD6B-8DAD-4E11-A906-3C6657CE8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7170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311FBF-2C10-463B-A9CD-21751375938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https://ccecc.acm.org/guidance/software-engineering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4C95D3-4065-4FF4-B09D-A2BC0DE7D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38080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rectangular frame with red and yellow symbols&#10;&#10;Description automatically generated">
            <a:extLst>
              <a:ext uri="{FF2B5EF4-FFF2-40B4-BE49-F238E27FC236}">
                <a16:creationId xmlns:a16="http://schemas.microsoft.com/office/drawing/2014/main" id="{63288AF2-F595-56C5-C2A3-6608034769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79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rectangular frame with red and yellow text&#10;&#10;Description automatically generated">
            <a:extLst>
              <a:ext uri="{FF2B5EF4-FFF2-40B4-BE49-F238E27FC236}">
                <a16:creationId xmlns:a16="http://schemas.microsoft.com/office/drawing/2014/main" id="{68E4DF0E-3170-F3B9-A94C-6CC44A3609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175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rectangular frame with red and yellow text&#10;&#10;Description automatically generated">
            <a:extLst>
              <a:ext uri="{FF2B5EF4-FFF2-40B4-BE49-F238E27FC236}">
                <a16:creationId xmlns:a16="http://schemas.microsoft.com/office/drawing/2014/main" id="{68E4DF0E-3170-F3B9-A94C-6CC44A3609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A white rectangular frame with a red border&#10;&#10;Description automatically generated">
            <a:extLst>
              <a:ext uri="{FF2B5EF4-FFF2-40B4-BE49-F238E27FC236}">
                <a16:creationId xmlns:a16="http://schemas.microsoft.com/office/drawing/2014/main" id="{196A96C2-9378-38F6-7F06-6907ED33AA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423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rectangular frame with a white background&#10;&#10;Description automatically generated">
            <a:extLst>
              <a:ext uri="{FF2B5EF4-FFF2-40B4-BE49-F238E27FC236}">
                <a16:creationId xmlns:a16="http://schemas.microsoft.com/office/drawing/2014/main" id="{1CA75341-F98F-7DFC-8544-30313E5C94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988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white card with a letter u&#10;&#10;Description automatically generated">
            <a:extLst>
              <a:ext uri="{FF2B5EF4-FFF2-40B4-BE49-F238E27FC236}">
                <a16:creationId xmlns:a16="http://schemas.microsoft.com/office/drawing/2014/main" id="{5A69D7CA-6D91-248C-D2CB-1013FE94F5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806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ed and yellow rectangular frame&#10;&#10;Description automatically generated">
            <a:extLst>
              <a:ext uri="{FF2B5EF4-FFF2-40B4-BE49-F238E27FC236}">
                <a16:creationId xmlns:a16="http://schemas.microsoft.com/office/drawing/2014/main" id="{07A77D1D-AE1A-0A91-15CB-D4BAB77746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403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dots&#10;&#10;Description automatically generated">
            <a:extLst>
              <a:ext uri="{FF2B5EF4-FFF2-40B4-BE49-F238E27FC236}">
                <a16:creationId xmlns:a16="http://schemas.microsoft.com/office/drawing/2014/main" id="{4E209B1E-2F0F-5371-B4F1-CBD324FD1A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756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rectangular frame with red and yellow text&#10;&#10;Description automatically generated">
            <a:extLst>
              <a:ext uri="{FF2B5EF4-FFF2-40B4-BE49-F238E27FC236}">
                <a16:creationId xmlns:a16="http://schemas.microsoft.com/office/drawing/2014/main" id="{D92AC7D5-1BF8-52A4-D918-E71A9061ED50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1180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4" r:id="rId1"/>
    <p:sldLayoutId id="2147483672" r:id="rId2"/>
    <p:sldLayoutId id="2147483673" r:id="rId3"/>
    <p:sldLayoutId id="2147483675" r:id="rId4"/>
    <p:sldLayoutId id="2147483676" r:id="rId5"/>
    <p:sldLayoutId id="2147483677" r:id="rId6"/>
    <p:sldLayoutId id="2147483678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0823D0-3086-77A2-5B1D-C40FD2777FEE}"/>
              </a:ext>
            </a:extLst>
          </p:cNvPr>
          <p:cNvSpPr txBox="1"/>
          <p:nvPr/>
        </p:nvSpPr>
        <p:spPr>
          <a:xfrm>
            <a:off x="3044080" y="3059668"/>
            <a:ext cx="6103850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97012E"/>
                </a:solidFill>
                <a:latin typeface="Druk Heavy" pitchFamily="2" charset="77"/>
                <a:cs typeface="Gotham Bold" pitchFamily="50" charset="0"/>
              </a:rPr>
              <a:t>CS375 Spring 2026</a:t>
            </a:r>
          </a:p>
          <a:p>
            <a:pPr algn="ctr"/>
            <a:r>
              <a:rPr lang="en-US" sz="4000" b="1" dirty="0">
                <a:solidFill>
                  <a:srgbClr val="97012E"/>
                </a:solidFill>
                <a:latin typeface="Druk Heavy" pitchFamily="2" charset="77"/>
                <a:cs typeface="Gotham Bold" pitchFamily="50" charset="0"/>
              </a:rPr>
              <a:t>Ralph Rostock</a:t>
            </a:r>
          </a:p>
          <a:p>
            <a:pPr algn="ctr"/>
            <a:r>
              <a:rPr lang="en-US" sz="4000" b="1" dirty="0">
                <a:solidFill>
                  <a:srgbClr val="97012E"/>
                </a:solidFill>
                <a:latin typeface="Druk Heavy" pitchFamily="2" charset="77"/>
              </a:rPr>
              <a:t>Week 10</a:t>
            </a:r>
          </a:p>
          <a:p>
            <a:pPr algn="ctr"/>
            <a:r>
              <a:rPr lang="en-US" sz="2400" b="1" dirty="0">
                <a:solidFill>
                  <a:srgbClr val="97012E"/>
                </a:solidFill>
                <a:latin typeface="Druk Heavy" pitchFamily="2" charset="77"/>
              </a:rPr>
              <a:t>Automation &amp; Continuous Integration</a:t>
            </a:r>
            <a:br>
              <a:rPr lang="en-US" sz="4000" dirty="0">
                <a:solidFill>
                  <a:schemeClr val="bg1"/>
                </a:solidFill>
                <a:latin typeface="Garamond" panose="02020404030301010803" pitchFamily="18" charset="0"/>
              </a:rPr>
            </a:br>
            <a:br>
              <a:rPr lang="en-US" sz="4000" dirty="0">
                <a:solidFill>
                  <a:schemeClr val="bg1"/>
                </a:solidFill>
                <a:latin typeface="Oak Sans" pitchFamily="2" charset="77"/>
              </a:rPr>
            </a:br>
            <a:endParaRPr lang="en-US" sz="4000" dirty="0">
              <a:solidFill>
                <a:schemeClr val="bg1"/>
              </a:solidFill>
              <a:latin typeface="Oak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453206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{B5A9200C-25AD-8243-91C6-9E230CEB9DC7}tf16401378</Template>
  <TotalTime>2110</TotalTime>
  <Words>13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Arial</vt:lpstr>
      <vt:lpstr>Druk Heavy</vt:lpstr>
      <vt:lpstr>Garamond</vt:lpstr>
      <vt:lpstr>Oak Sans</vt:lpstr>
      <vt:lpstr>Wingdings</vt:lpstr>
      <vt:lpstr>Madison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Thomas, Steve</dc:creator>
  <cp:lastModifiedBy>Ralph Rostock</cp:lastModifiedBy>
  <cp:revision>12</cp:revision>
  <dcterms:created xsi:type="dcterms:W3CDTF">2024-01-23T15:16:37Z</dcterms:created>
  <dcterms:modified xsi:type="dcterms:W3CDTF">2026-01-28T02:25:46Z</dcterms:modified>
</cp:coreProperties>
</file>