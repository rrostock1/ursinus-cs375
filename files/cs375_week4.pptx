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modSld">
      <pc:chgData name="Ralph Rostock" userId="ba6839b1feebeabf" providerId="LiveId" clId="{282AAF5D-1F48-4FCF-8602-3B494CE1C290}" dt="2026-01-28T02:20:04.109" v="1"/>
      <pc:docMkLst>
        <pc:docMk/>
      </pc:docMkLst>
      <pc:sldChg chg="modSp mod">
        <pc:chgData name="Ralph Rostock" userId="ba6839b1feebeabf" providerId="LiveId" clId="{282AAF5D-1F48-4FCF-8602-3B494CE1C290}" dt="2026-01-28T02:20:04.109" v="1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0:04.109" v="1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4</a:t>
            </a:r>
          </a:p>
          <a:p>
            <a:pPr algn="ctr"/>
            <a:r>
              <a:rPr lang="en-US" sz="2400" b="1">
                <a:solidFill>
                  <a:srgbClr val="97012E"/>
                </a:solidFill>
                <a:latin typeface="Druk Heavy" pitchFamily="2" charset="77"/>
              </a:rPr>
              <a:t> Requirements Validation &amp; Backlogs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2107</TotalTime>
  <Words>14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7</cp:revision>
  <dcterms:created xsi:type="dcterms:W3CDTF">2024-01-23T15:16:37Z</dcterms:created>
  <dcterms:modified xsi:type="dcterms:W3CDTF">2026-01-28T02:20:13Z</dcterms:modified>
</cp:coreProperties>
</file>