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0"/>
  </p:notesMasterIdLst>
  <p:handoutMasterIdLst>
    <p:handoutMasterId r:id="rId31"/>
  </p:handoutMasterIdLst>
  <p:sldIdLst>
    <p:sldId id="256" r:id="rId2"/>
    <p:sldId id="259" r:id="rId3"/>
    <p:sldId id="260" r:id="rId4"/>
    <p:sldId id="267" r:id="rId5"/>
    <p:sldId id="268" r:id="rId6"/>
    <p:sldId id="266" r:id="rId7"/>
    <p:sldId id="270" r:id="rId8"/>
    <p:sldId id="271" r:id="rId9"/>
    <p:sldId id="272" r:id="rId10"/>
    <p:sldId id="273" r:id="rId11"/>
    <p:sldId id="274" r:id="rId12"/>
    <p:sldId id="275" r:id="rId13"/>
    <p:sldId id="276" r:id="rId14"/>
    <p:sldId id="277" r:id="rId15"/>
    <p:sldId id="278" r:id="rId16"/>
    <p:sldId id="279" r:id="rId17"/>
    <p:sldId id="280" r:id="rId18"/>
    <p:sldId id="281" r:id="rId19"/>
    <p:sldId id="282" r:id="rId20"/>
    <p:sldId id="283" r:id="rId21"/>
    <p:sldId id="284" r:id="rId22"/>
    <p:sldId id="291" r:id="rId23"/>
    <p:sldId id="286" r:id="rId24"/>
    <p:sldId id="287" r:id="rId25"/>
    <p:sldId id="288" r:id="rId26"/>
    <p:sldId id="289" r:id="rId27"/>
    <p:sldId id="290" r:id="rId28"/>
    <p:sldId id="292"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701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9BE298-1A5D-439C-88EB-9DD4F87EE91C}" v="15" dt="2026-01-25T20:28:40.8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snapToGrid="0">
      <p:cViewPr varScale="1">
        <p:scale>
          <a:sx n="122" d="100"/>
          <a:sy n="122" d="100"/>
        </p:scale>
        <p:origin x="11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lph Rostock" userId="ba6839b1feebeabf" providerId="LiveId" clId="{282AAF5D-1F48-4FCF-8602-3B494CE1C290}"/>
    <pc:docChg chg="undo redo custSel addSld delSld modSld sldOrd">
      <pc:chgData name="Ralph Rostock" userId="ba6839b1feebeabf" providerId="LiveId" clId="{282AAF5D-1F48-4FCF-8602-3B494CE1C290}" dt="2026-01-26T01:43:47.403" v="5135" actId="2696"/>
      <pc:docMkLst>
        <pc:docMk/>
      </pc:docMkLst>
      <pc:sldChg chg="modSp mod">
        <pc:chgData name="Ralph Rostock" userId="ba6839b1feebeabf" providerId="LiveId" clId="{282AAF5D-1F48-4FCF-8602-3B494CE1C290}" dt="2026-01-24T21:45:44.617" v="158" actId="6549"/>
        <pc:sldMkLst>
          <pc:docMk/>
          <pc:sldMk cId="3445320646" sldId="256"/>
        </pc:sldMkLst>
        <pc:spChg chg="mod">
          <ac:chgData name="Ralph Rostock" userId="ba6839b1feebeabf" providerId="LiveId" clId="{282AAF5D-1F48-4FCF-8602-3B494CE1C290}" dt="2026-01-24T21:45:44.617" v="158" actId="6549"/>
          <ac:spMkLst>
            <pc:docMk/>
            <pc:sldMk cId="3445320646" sldId="256"/>
            <ac:spMk id="2" creationId="{A80823D0-3086-77A2-5B1D-C40FD2777FEE}"/>
          </ac:spMkLst>
        </pc:spChg>
      </pc:sldChg>
      <pc:sldChg chg="modSp add del mod">
        <pc:chgData name="Ralph Rostock" userId="ba6839b1feebeabf" providerId="LiveId" clId="{282AAF5D-1F48-4FCF-8602-3B494CE1C290}" dt="2026-01-25T19:24:42.345" v="2251" actId="2696"/>
        <pc:sldMkLst>
          <pc:docMk/>
          <pc:sldMk cId="1639681357" sldId="259"/>
        </pc:sldMkLst>
        <pc:spChg chg="mod">
          <ac:chgData name="Ralph Rostock" userId="ba6839b1feebeabf" providerId="LiveId" clId="{282AAF5D-1F48-4FCF-8602-3B494CE1C290}" dt="2026-01-24T21:58:52.998" v="571" actId="20577"/>
          <ac:spMkLst>
            <pc:docMk/>
            <pc:sldMk cId="1639681357" sldId="259"/>
            <ac:spMk id="2" creationId="{FB5CDBBB-DADA-223E-6E55-D8234D44E5CC}"/>
          </ac:spMkLst>
        </pc:spChg>
        <pc:spChg chg="mod">
          <ac:chgData name="Ralph Rostock" userId="ba6839b1feebeabf" providerId="LiveId" clId="{282AAF5D-1F48-4FCF-8602-3B494CE1C290}" dt="2026-01-24T21:49:35.142" v="224" actId="20577"/>
          <ac:spMkLst>
            <pc:docMk/>
            <pc:sldMk cId="1639681357" sldId="259"/>
            <ac:spMk id="3" creationId="{3F6711FD-2374-EB88-3C5B-CDF8370DF9C6}"/>
          </ac:spMkLst>
        </pc:spChg>
      </pc:sldChg>
      <pc:sldChg chg="addSp delSp modSp mod setBg modNotesTx">
        <pc:chgData name="Ralph Rostock" userId="ba6839b1feebeabf" providerId="LiveId" clId="{282AAF5D-1F48-4FCF-8602-3B494CE1C290}" dt="2026-01-24T23:11:37.718" v="1575" actId="6549"/>
        <pc:sldMkLst>
          <pc:docMk/>
          <pc:sldMk cId="1706386405" sldId="260"/>
        </pc:sldMkLst>
        <pc:spChg chg="mod">
          <ac:chgData name="Ralph Rostock" userId="ba6839b1feebeabf" providerId="LiveId" clId="{282AAF5D-1F48-4FCF-8602-3B494CE1C290}" dt="2026-01-24T23:11:37.718" v="1575" actId="6549"/>
          <ac:spMkLst>
            <pc:docMk/>
            <pc:sldMk cId="1706386405" sldId="260"/>
            <ac:spMk id="2" creationId="{1C4A0673-59DF-4392-59F0-1F05DF74E325}"/>
          </ac:spMkLst>
        </pc:spChg>
        <pc:spChg chg="mod">
          <ac:chgData name="Ralph Rostock" userId="ba6839b1feebeabf" providerId="LiveId" clId="{282AAF5D-1F48-4FCF-8602-3B494CE1C290}" dt="2026-01-24T22:08:14.746" v="630" actId="14100"/>
          <ac:spMkLst>
            <pc:docMk/>
            <pc:sldMk cId="1706386405" sldId="260"/>
            <ac:spMk id="4" creationId="{B9567DD4-B3C5-EA0B-99D0-61BBA3367ECA}"/>
          </ac:spMkLst>
        </pc:spChg>
        <pc:picChg chg="add del mod">
          <ac:chgData name="Ralph Rostock" userId="ba6839b1feebeabf" providerId="LiveId" clId="{282AAF5D-1F48-4FCF-8602-3B494CE1C290}" dt="2026-01-24T22:13:30.131" v="655" actId="14826"/>
          <ac:picMkLst>
            <pc:docMk/>
            <pc:sldMk cId="1706386405" sldId="260"/>
            <ac:picMk id="3" creationId="{B1A373B6-AEA9-2411-3A81-57F8BD3B429D}"/>
          </ac:picMkLst>
        </pc:picChg>
      </pc:sldChg>
      <pc:sldChg chg="modSp del mod">
        <pc:chgData name="Ralph Rostock" userId="ba6839b1feebeabf" providerId="LiveId" clId="{282AAF5D-1F48-4FCF-8602-3B494CE1C290}" dt="2026-01-25T20:36:39.408" v="5132" actId="2696"/>
        <pc:sldMkLst>
          <pc:docMk/>
          <pc:sldMk cId="1647570786" sldId="261"/>
        </pc:sldMkLst>
      </pc:sldChg>
      <pc:sldChg chg="del">
        <pc:chgData name="Ralph Rostock" userId="ba6839b1feebeabf" providerId="LiveId" clId="{282AAF5D-1F48-4FCF-8602-3B494CE1C290}" dt="2026-01-25T20:09:00.696" v="4425" actId="2696"/>
        <pc:sldMkLst>
          <pc:docMk/>
          <pc:sldMk cId="3485588547" sldId="263"/>
        </pc:sldMkLst>
      </pc:sldChg>
      <pc:sldChg chg="del">
        <pc:chgData name="Ralph Rostock" userId="ba6839b1feebeabf" providerId="LiveId" clId="{282AAF5D-1F48-4FCF-8602-3B494CE1C290}" dt="2026-01-26T01:43:42.978" v="5134" actId="2696"/>
        <pc:sldMkLst>
          <pc:docMk/>
          <pc:sldMk cId="4085638072" sldId="264"/>
        </pc:sldMkLst>
      </pc:sldChg>
      <pc:sldChg chg="del">
        <pc:chgData name="Ralph Rostock" userId="ba6839b1feebeabf" providerId="LiveId" clId="{282AAF5D-1F48-4FCF-8602-3B494CE1C290}" dt="2026-01-26T01:43:47.403" v="5135" actId="2696"/>
        <pc:sldMkLst>
          <pc:docMk/>
          <pc:sldMk cId="3132604704" sldId="265"/>
        </pc:sldMkLst>
      </pc:sldChg>
      <pc:sldChg chg="modSp add mod ord">
        <pc:chgData name="Ralph Rostock" userId="ba6839b1feebeabf" providerId="LiveId" clId="{282AAF5D-1F48-4FCF-8602-3B494CE1C290}" dt="2026-01-24T23:01:33.241" v="1563"/>
        <pc:sldMkLst>
          <pc:docMk/>
          <pc:sldMk cId="3918630640" sldId="266"/>
        </pc:sldMkLst>
        <pc:spChg chg="mod">
          <ac:chgData name="Ralph Rostock" userId="ba6839b1feebeabf" providerId="LiveId" clId="{282AAF5D-1F48-4FCF-8602-3B494CE1C290}" dt="2026-01-24T22:52:23.108" v="1060" actId="20577"/>
          <ac:spMkLst>
            <pc:docMk/>
            <pc:sldMk cId="3918630640" sldId="266"/>
            <ac:spMk id="2" creationId="{4149069F-E3CA-F7D3-56F8-587E85C36E1B}"/>
          </ac:spMkLst>
        </pc:spChg>
        <pc:spChg chg="mod">
          <ac:chgData name="Ralph Rostock" userId="ba6839b1feebeabf" providerId="LiveId" clId="{282AAF5D-1F48-4FCF-8602-3B494CE1C290}" dt="2026-01-24T22:47:41.709" v="936" actId="20577"/>
          <ac:spMkLst>
            <pc:docMk/>
            <pc:sldMk cId="3918630640" sldId="266"/>
            <ac:spMk id="3" creationId="{3E4DEA44-9159-2923-FC97-D3169A7E4ADF}"/>
          </ac:spMkLst>
        </pc:spChg>
      </pc:sldChg>
      <pc:sldChg chg="addSp modSp add mod">
        <pc:chgData name="Ralph Rostock" userId="ba6839b1feebeabf" providerId="LiveId" clId="{282AAF5D-1F48-4FCF-8602-3B494CE1C290}" dt="2026-01-24T22:30:20.365" v="810" actId="6549"/>
        <pc:sldMkLst>
          <pc:docMk/>
          <pc:sldMk cId="3596661696" sldId="267"/>
        </pc:sldMkLst>
        <pc:spChg chg="mod">
          <ac:chgData name="Ralph Rostock" userId="ba6839b1feebeabf" providerId="LiveId" clId="{282AAF5D-1F48-4FCF-8602-3B494CE1C290}" dt="2026-01-24T22:30:20.365" v="810" actId="6549"/>
          <ac:spMkLst>
            <pc:docMk/>
            <pc:sldMk cId="3596661696" sldId="267"/>
            <ac:spMk id="2" creationId="{D3619321-AC60-E805-367B-49197B74D0B3}"/>
          </ac:spMkLst>
        </pc:spChg>
        <pc:spChg chg="mod">
          <ac:chgData name="Ralph Rostock" userId="ba6839b1feebeabf" providerId="LiveId" clId="{282AAF5D-1F48-4FCF-8602-3B494CE1C290}" dt="2026-01-24T22:24:30.794" v="720" actId="14100"/>
          <ac:spMkLst>
            <pc:docMk/>
            <pc:sldMk cId="3596661696" sldId="267"/>
            <ac:spMk id="4" creationId="{0D314B55-9096-E7C7-6603-7D7F5E5D0F15}"/>
          </ac:spMkLst>
        </pc:spChg>
      </pc:sldChg>
      <pc:sldChg chg="addSp delSp modSp add mod ord modNotesTx">
        <pc:chgData name="Ralph Rostock" userId="ba6839b1feebeabf" providerId="LiveId" clId="{282AAF5D-1F48-4FCF-8602-3B494CE1C290}" dt="2026-01-24T22:38:25.772" v="892" actId="1076"/>
        <pc:sldMkLst>
          <pc:docMk/>
          <pc:sldMk cId="3294474550" sldId="268"/>
        </pc:sldMkLst>
        <pc:spChg chg="add del mod">
          <ac:chgData name="Ralph Rostock" userId="ba6839b1feebeabf" providerId="LiveId" clId="{282AAF5D-1F48-4FCF-8602-3B494CE1C290}" dt="2026-01-24T22:36:19.817" v="885" actId="313"/>
          <ac:spMkLst>
            <pc:docMk/>
            <pc:sldMk cId="3294474550" sldId="268"/>
            <ac:spMk id="2" creationId="{1BD1062A-BD07-B297-F75C-3D53CFD60FD7}"/>
          </ac:spMkLst>
        </pc:spChg>
        <pc:spChg chg="mod">
          <ac:chgData name="Ralph Rostock" userId="ba6839b1feebeabf" providerId="LiveId" clId="{282AAF5D-1F48-4FCF-8602-3B494CE1C290}" dt="2026-01-24T22:32:29.545" v="839" actId="14100"/>
          <ac:spMkLst>
            <pc:docMk/>
            <pc:sldMk cId="3294474550" sldId="268"/>
            <ac:spMk id="4" creationId="{EF7E2D83-F16E-8358-1F08-32DAB08BDA4F}"/>
          </ac:spMkLst>
        </pc:spChg>
        <pc:spChg chg="add mod">
          <ac:chgData name="Ralph Rostock" userId="ba6839b1feebeabf" providerId="LiveId" clId="{282AAF5D-1F48-4FCF-8602-3B494CE1C290}" dt="2026-01-24T22:38:18.006" v="891" actId="6549"/>
          <ac:spMkLst>
            <pc:docMk/>
            <pc:sldMk cId="3294474550" sldId="268"/>
            <ac:spMk id="5" creationId="{2D93C027-8D9B-3096-D96E-3435D38A3C0B}"/>
          </ac:spMkLst>
        </pc:spChg>
        <pc:picChg chg="mod">
          <ac:chgData name="Ralph Rostock" userId="ba6839b1feebeabf" providerId="LiveId" clId="{282AAF5D-1F48-4FCF-8602-3B494CE1C290}" dt="2026-01-24T22:38:25.772" v="892" actId="1076"/>
          <ac:picMkLst>
            <pc:docMk/>
            <pc:sldMk cId="3294474550" sldId="268"/>
            <ac:picMk id="3" creationId="{56AD2372-65E4-0B67-1154-DB73B3F3782B}"/>
          </ac:picMkLst>
        </pc:picChg>
      </pc:sldChg>
      <pc:sldChg chg="addSp modSp add del mod ord">
        <pc:chgData name="Ralph Rostock" userId="ba6839b1feebeabf" providerId="LiveId" clId="{282AAF5D-1F48-4FCF-8602-3B494CE1C290}" dt="2026-01-25T19:30:30.794" v="2474" actId="2696"/>
        <pc:sldMkLst>
          <pc:docMk/>
          <pc:sldMk cId="4260659105" sldId="269"/>
        </pc:sldMkLst>
        <pc:spChg chg="mod">
          <ac:chgData name="Ralph Rostock" userId="ba6839b1feebeabf" providerId="LiveId" clId="{282AAF5D-1F48-4FCF-8602-3B494CE1C290}" dt="2026-01-25T19:24:06.683" v="2249" actId="12"/>
          <ac:spMkLst>
            <pc:docMk/>
            <pc:sldMk cId="4260659105" sldId="269"/>
            <ac:spMk id="2" creationId="{07E8A656-54D8-D92A-9CCB-53F859347A26}"/>
          </ac:spMkLst>
        </pc:spChg>
        <pc:spChg chg="mod">
          <ac:chgData name="Ralph Rostock" userId="ba6839b1feebeabf" providerId="LiveId" clId="{282AAF5D-1F48-4FCF-8602-3B494CE1C290}" dt="2026-01-25T19:30:11.624" v="2472" actId="20577"/>
          <ac:spMkLst>
            <pc:docMk/>
            <pc:sldMk cId="4260659105" sldId="269"/>
            <ac:spMk id="3" creationId="{1723F3DE-32F3-90B5-353A-C8E7AA5D9BD6}"/>
          </ac:spMkLst>
        </pc:spChg>
        <pc:spChg chg="add">
          <ac:chgData name="Ralph Rostock" userId="ba6839b1feebeabf" providerId="LiveId" clId="{282AAF5D-1F48-4FCF-8602-3B494CE1C290}" dt="2026-01-25T19:19:45.582" v="2227"/>
          <ac:spMkLst>
            <pc:docMk/>
            <pc:sldMk cId="4260659105" sldId="269"/>
            <ac:spMk id="4" creationId="{4A58C12E-3CF3-95A1-8A0A-484E730755FC}"/>
          </ac:spMkLst>
        </pc:spChg>
      </pc:sldChg>
      <pc:sldChg chg="modSp add mod ord">
        <pc:chgData name="Ralph Rostock" userId="ba6839b1feebeabf" providerId="LiveId" clId="{282AAF5D-1F48-4FCF-8602-3B494CE1C290}" dt="2026-01-24T23:12:51.599" v="1576" actId="1076"/>
        <pc:sldMkLst>
          <pc:docMk/>
          <pc:sldMk cId="4258125003" sldId="270"/>
        </pc:sldMkLst>
        <pc:spChg chg="mod">
          <ac:chgData name="Ralph Rostock" userId="ba6839b1feebeabf" providerId="LiveId" clId="{282AAF5D-1F48-4FCF-8602-3B494CE1C290}" dt="2026-01-24T23:12:51.599" v="1576" actId="1076"/>
          <ac:spMkLst>
            <pc:docMk/>
            <pc:sldMk cId="4258125003" sldId="270"/>
            <ac:spMk id="2" creationId="{82DD7BE3-E4BE-82CF-B7DF-4FD7C6F51A32}"/>
          </ac:spMkLst>
        </pc:spChg>
        <pc:spChg chg="mod">
          <ac:chgData name="Ralph Rostock" userId="ba6839b1feebeabf" providerId="LiveId" clId="{282AAF5D-1F48-4FCF-8602-3B494CE1C290}" dt="2026-01-24T22:54:14.225" v="1086" actId="20577"/>
          <ac:spMkLst>
            <pc:docMk/>
            <pc:sldMk cId="4258125003" sldId="270"/>
            <ac:spMk id="3" creationId="{49BB50E5-E33A-C711-119D-B8A84A04CD6E}"/>
          </ac:spMkLst>
        </pc:spChg>
      </pc:sldChg>
      <pc:sldChg chg="modSp add mod">
        <pc:chgData name="Ralph Rostock" userId="ba6839b1feebeabf" providerId="LiveId" clId="{282AAF5D-1F48-4FCF-8602-3B494CE1C290}" dt="2026-01-24T23:17:34.738" v="1673" actId="14100"/>
        <pc:sldMkLst>
          <pc:docMk/>
          <pc:sldMk cId="1360453678" sldId="271"/>
        </pc:sldMkLst>
        <pc:spChg chg="mod">
          <ac:chgData name="Ralph Rostock" userId="ba6839b1feebeabf" providerId="LiveId" clId="{282AAF5D-1F48-4FCF-8602-3B494CE1C290}" dt="2026-01-24T23:17:13.692" v="1669"/>
          <ac:spMkLst>
            <pc:docMk/>
            <pc:sldMk cId="1360453678" sldId="271"/>
            <ac:spMk id="2" creationId="{306DCB07-8A5C-3942-8E09-959651BADC74}"/>
          </ac:spMkLst>
        </pc:spChg>
        <pc:spChg chg="mod">
          <ac:chgData name="Ralph Rostock" userId="ba6839b1feebeabf" providerId="LiveId" clId="{282AAF5D-1F48-4FCF-8602-3B494CE1C290}" dt="2026-01-24T23:17:34.738" v="1673" actId="14100"/>
          <ac:spMkLst>
            <pc:docMk/>
            <pc:sldMk cId="1360453678" sldId="271"/>
            <ac:spMk id="3" creationId="{98B583EB-2A2A-0625-5B60-39D764BE9210}"/>
          </ac:spMkLst>
        </pc:spChg>
      </pc:sldChg>
      <pc:sldChg chg="addSp modSp add mod">
        <pc:chgData name="Ralph Rostock" userId="ba6839b1feebeabf" providerId="LiveId" clId="{282AAF5D-1F48-4FCF-8602-3B494CE1C290}" dt="2026-01-24T23:26:36.733" v="1982" actId="20577"/>
        <pc:sldMkLst>
          <pc:docMk/>
          <pc:sldMk cId="3930647965" sldId="272"/>
        </pc:sldMkLst>
        <pc:spChg chg="mod">
          <ac:chgData name="Ralph Rostock" userId="ba6839b1feebeabf" providerId="LiveId" clId="{282AAF5D-1F48-4FCF-8602-3B494CE1C290}" dt="2026-01-24T23:26:36.733" v="1982" actId="20577"/>
          <ac:spMkLst>
            <pc:docMk/>
            <pc:sldMk cId="3930647965" sldId="272"/>
            <ac:spMk id="2" creationId="{5961E353-5216-9FCD-9EFE-740B0AA2CC7D}"/>
          </ac:spMkLst>
        </pc:spChg>
        <pc:spChg chg="mod">
          <ac:chgData name="Ralph Rostock" userId="ba6839b1feebeabf" providerId="LiveId" clId="{282AAF5D-1F48-4FCF-8602-3B494CE1C290}" dt="2026-01-24T23:19:58.911" v="1677"/>
          <ac:spMkLst>
            <pc:docMk/>
            <pc:sldMk cId="3930647965" sldId="272"/>
            <ac:spMk id="3" creationId="{1C4A8219-66E7-DB44-CDD5-DB1FF99874A8}"/>
          </ac:spMkLst>
        </pc:spChg>
      </pc:sldChg>
      <pc:sldChg chg="modSp add mod">
        <pc:chgData name="Ralph Rostock" userId="ba6839b1feebeabf" providerId="LiveId" clId="{282AAF5D-1F48-4FCF-8602-3B494CE1C290}" dt="2026-01-24T23:27:02.380" v="1985"/>
        <pc:sldMkLst>
          <pc:docMk/>
          <pc:sldMk cId="1652252088" sldId="273"/>
        </pc:sldMkLst>
        <pc:spChg chg="mod">
          <ac:chgData name="Ralph Rostock" userId="ba6839b1feebeabf" providerId="LiveId" clId="{282AAF5D-1F48-4FCF-8602-3B494CE1C290}" dt="2026-01-24T23:27:02.380" v="1985"/>
          <ac:spMkLst>
            <pc:docMk/>
            <pc:sldMk cId="1652252088" sldId="273"/>
            <ac:spMk id="2" creationId="{7D87C1EA-B311-681D-E56B-8D3785E99A8A}"/>
          </ac:spMkLst>
        </pc:spChg>
        <pc:spChg chg="mod">
          <ac:chgData name="Ralph Rostock" userId="ba6839b1feebeabf" providerId="LiveId" clId="{282AAF5D-1F48-4FCF-8602-3B494CE1C290}" dt="2026-01-24T23:25:10.076" v="1935" actId="20577"/>
          <ac:spMkLst>
            <pc:docMk/>
            <pc:sldMk cId="1652252088" sldId="273"/>
            <ac:spMk id="3" creationId="{C9C85ABE-722F-D671-8705-2772554602F0}"/>
          </ac:spMkLst>
        </pc:spChg>
      </pc:sldChg>
      <pc:sldChg chg="modSp add mod">
        <pc:chgData name="Ralph Rostock" userId="ba6839b1feebeabf" providerId="LiveId" clId="{282AAF5D-1F48-4FCF-8602-3B494CE1C290}" dt="2026-01-24T23:28:59.396" v="2021"/>
        <pc:sldMkLst>
          <pc:docMk/>
          <pc:sldMk cId="4091656515" sldId="274"/>
        </pc:sldMkLst>
        <pc:spChg chg="mod">
          <ac:chgData name="Ralph Rostock" userId="ba6839b1feebeabf" providerId="LiveId" clId="{282AAF5D-1F48-4FCF-8602-3B494CE1C290}" dt="2026-01-24T23:28:59.396" v="2021"/>
          <ac:spMkLst>
            <pc:docMk/>
            <pc:sldMk cId="4091656515" sldId="274"/>
            <ac:spMk id="2" creationId="{34FB36FF-4D81-8A18-8683-0E09BCB6B2CA}"/>
          </ac:spMkLst>
        </pc:spChg>
        <pc:spChg chg="mod">
          <ac:chgData name="Ralph Rostock" userId="ba6839b1feebeabf" providerId="LiveId" clId="{282AAF5D-1F48-4FCF-8602-3B494CE1C290}" dt="2026-01-24T23:27:31.139" v="1987"/>
          <ac:spMkLst>
            <pc:docMk/>
            <pc:sldMk cId="4091656515" sldId="274"/>
            <ac:spMk id="3" creationId="{6FFC167D-B867-4EBE-A492-BDDEBAABEAD7}"/>
          </ac:spMkLst>
        </pc:spChg>
      </pc:sldChg>
      <pc:sldChg chg="modSp add mod">
        <pc:chgData name="Ralph Rostock" userId="ba6839b1feebeabf" providerId="LiveId" clId="{282AAF5D-1F48-4FCF-8602-3B494CE1C290}" dt="2026-01-24T23:32:01.567" v="2077"/>
        <pc:sldMkLst>
          <pc:docMk/>
          <pc:sldMk cId="3184166561" sldId="275"/>
        </pc:sldMkLst>
        <pc:spChg chg="mod">
          <ac:chgData name="Ralph Rostock" userId="ba6839b1feebeabf" providerId="LiveId" clId="{282AAF5D-1F48-4FCF-8602-3B494CE1C290}" dt="2026-01-24T23:32:01.567" v="2077"/>
          <ac:spMkLst>
            <pc:docMk/>
            <pc:sldMk cId="3184166561" sldId="275"/>
            <ac:spMk id="2" creationId="{2684E4D0-F66B-4FCD-7854-4BCDF52BD8C5}"/>
          </ac:spMkLst>
        </pc:spChg>
        <pc:spChg chg="mod">
          <ac:chgData name="Ralph Rostock" userId="ba6839b1feebeabf" providerId="LiveId" clId="{282AAF5D-1F48-4FCF-8602-3B494CE1C290}" dt="2026-01-24T23:29:24.943" v="2023"/>
          <ac:spMkLst>
            <pc:docMk/>
            <pc:sldMk cId="3184166561" sldId="275"/>
            <ac:spMk id="3" creationId="{16C1E9CB-347F-316B-B210-88E59041D805}"/>
          </ac:spMkLst>
        </pc:spChg>
      </pc:sldChg>
      <pc:sldChg chg="modSp add mod">
        <pc:chgData name="Ralph Rostock" userId="ba6839b1feebeabf" providerId="LiveId" clId="{282AAF5D-1F48-4FCF-8602-3B494CE1C290}" dt="2026-01-24T23:33:57.361" v="2130"/>
        <pc:sldMkLst>
          <pc:docMk/>
          <pc:sldMk cId="903691831" sldId="276"/>
        </pc:sldMkLst>
        <pc:spChg chg="mod">
          <ac:chgData name="Ralph Rostock" userId="ba6839b1feebeabf" providerId="LiveId" clId="{282AAF5D-1F48-4FCF-8602-3B494CE1C290}" dt="2026-01-24T23:33:57.361" v="2130"/>
          <ac:spMkLst>
            <pc:docMk/>
            <pc:sldMk cId="903691831" sldId="276"/>
            <ac:spMk id="2" creationId="{CA738EA7-638E-8BFF-CD53-3CA968A559E2}"/>
          </ac:spMkLst>
        </pc:spChg>
        <pc:spChg chg="mod">
          <ac:chgData name="Ralph Rostock" userId="ba6839b1feebeabf" providerId="LiveId" clId="{282AAF5D-1F48-4FCF-8602-3B494CE1C290}" dt="2026-01-24T23:32:38.554" v="2079"/>
          <ac:spMkLst>
            <pc:docMk/>
            <pc:sldMk cId="903691831" sldId="276"/>
            <ac:spMk id="3" creationId="{7AFF336E-C67E-B4C0-D4E1-694F7D7302E2}"/>
          </ac:spMkLst>
        </pc:spChg>
      </pc:sldChg>
      <pc:sldChg chg="modSp add mod ord modNotesTx">
        <pc:chgData name="Ralph Rostock" userId="ba6839b1feebeabf" providerId="LiveId" clId="{282AAF5D-1F48-4FCF-8602-3B494CE1C290}" dt="2026-01-25T19:30:47.263" v="2486" actId="20577"/>
        <pc:sldMkLst>
          <pc:docMk/>
          <pc:sldMk cId="3054557233" sldId="277"/>
        </pc:sldMkLst>
        <pc:spChg chg="mod">
          <ac:chgData name="Ralph Rostock" userId="ba6839b1feebeabf" providerId="LiveId" clId="{282AAF5D-1F48-4FCF-8602-3B494CE1C290}" dt="2026-01-25T19:26:14.599" v="2354" actId="20577"/>
          <ac:spMkLst>
            <pc:docMk/>
            <pc:sldMk cId="3054557233" sldId="277"/>
            <ac:spMk id="2" creationId="{61F033D9-BA4C-1091-E5FD-F601F12603BE}"/>
          </ac:spMkLst>
        </pc:spChg>
        <pc:spChg chg="mod">
          <ac:chgData name="Ralph Rostock" userId="ba6839b1feebeabf" providerId="LiveId" clId="{282AAF5D-1F48-4FCF-8602-3B494CE1C290}" dt="2026-01-25T19:25:35.045" v="2293" actId="20577"/>
          <ac:spMkLst>
            <pc:docMk/>
            <pc:sldMk cId="3054557233" sldId="277"/>
            <ac:spMk id="3" creationId="{90B7922F-2E1D-3824-90DA-D5977E65701E}"/>
          </ac:spMkLst>
        </pc:spChg>
      </pc:sldChg>
      <pc:sldChg chg="modSp add mod modNotesTx">
        <pc:chgData name="Ralph Rostock" userId="ba6839b1feebeabf" providerId="LiveId" clId="{282AAF5D-1F48-4FCF-8602-3B494CE1C290}" dt="2026-01-25T19:33:36.588" v="2690" actId="1076"/>
        <pc:sldMkLst>
          <pc:docMk/>
          <pc:sldMk cId="34833115" sldId="278"/>
        </pc:sldMkLst>
        <pc:spChg chg="mod">
          <ac:chgData name="Ralph Rostock" userId="ba6839b1feebeabf" providerId="LiveId" clId="{282AAF5D-1F48-4FCF-8602-3B494CE1C290}" dt="2026-01-25T19:33:36.588" v="2690" actId="1076"/>
          <ac:spMkLst>
            <pc:docMk/>
            <pc:sldMk cId="34833115" sldId="278"/>
            <ac:spMk id="2" creationId="{3B0CBD7C-6BDC-ECF6-278C-7588AEE725F9}"/>
          </ac:spMkLst>
        </pc:spChg>
        <pc:spChg chg="mod">
          <ac:chgData name="Ralph Rostock" userId="ba6839b1feebeabf" providerId="LiveId" clId="{282AAF5D-1F48-4FCF-8602-3B494CE1C290}" dt="2026-01-25T19:30:38.122" v="2484" actId="20577"/>
          <ac:spMkLst>
            <pc:docMk/>
            <pc:sldMk cId="34833115" sldId="278"/>
            <ac:spMk id="3" creationId="{22FAFF49-D897-F3D2-85D3-FA31EE8174C3}"/>
          </ac:spMkLst>
        </pc:spChg>
      </pc:sldChg>
      <pc:sldChg chg="modSp add mod">
        <pc:chgData name="Ralph Rostock" userId="ba6839b1feebeabf" providerId="LiveId" clId="{282AAF5D-1F48-4FCF-8602-3B494CE1C290}" dt="2026-01-25T19:35:26.626" v="2843" actId="20577"/>
        <pc:sldMkLst>
          <pc:docMk/>
          <pc:sldMk cId="627847734" sldId="279"/>
        </pc:sldMkLst>
        <pc:spChg chg="mod">
          <ac:chgData name="Ralph Rostock" userId="ba6839b1feebeabf" providerId="LiveId" clId="{282AAF5D-1F48-4FCF-8602-3B494CE1C290}" dt="2026-01-25T19:35:26.626" v="2843" actId="20577"/>
          <ac:spMkLst>
            <pc:docMk/>
            <pc:sldMk cId="627847734" sldId="279"/>
            <ac:spMk id="2" creationId="{A6AFF765-55D0-68FD-585C-3435B813E5C3}"/>
          </ac:spMkLst>
        </pc:spChg>
        <pc:spChg chg="mod">
          <ac:chgData name="Ralph Rostock" userId="ba6839b1feebeabf" providerId="LiveId" clId="{282AAF5D-1F48-4FCF-8602-3B494CE1C290}" dt="2026-01-25T19:33:56.281" v="2704" actId="20577"/>
          <ac:spMkLst>
            <pc:docMk/>
            <pc:sldMk cId="627847734" sldId="279"/>
            <ac:spMk id="3" creationId="{935BE066-AABE-13EC-E44F-97B4055FC276}"/>
          </ac:spMkLst>
        </pc:spChg>
      </pc:sldChg>
      <pc:sldChg chg="modSp add mod">
        <pc:chgData name="Ralph Rostock" userId="ba6839b1feebeabf" providerId="LiveId" clId="{282AAF5D-1F48-4FCF-8602-3B494CE1C290}" dt="2026-01-25T19:37:40.189" v="3113"/>
        <pc:sldMkLst>
          <pc:docMk/>
          <pc:sldMk cId="4002891677" sldId="280"/>
        </pc:sldMkLst>
        <pc:spChg chg="mod">
          <ac:chgData name="Ralph Rostock" userId="ba6839b1feebeabf" providerId="LiveId" clId="{282AAF5D-1F48-4FCF-8602-3B494CE1C290}" dt="2026-01-25T19:37:40.189" v="3113"/>
          <ac:spMkLst>
            <pc:docMk/>
            <pc:sldMk cId="4002891677" sldId="280"/>
            <ac:spMk id="2" creationId="{9D46F3A8-777D-DE36-2A1A-8665B2F6651E}"/>
          </ac:spMkLst>
        </pc:spChg>
        <pc:spChg chg="mod">
          <ac:chgData name="Ralph Rostock" userId="ba6839b1feebeabf" providerId="LiveId" clId="{282AAF5D-1F48-4FCF-8602-3B494CE1C290}" dt="2026-01-25T19:35:58.497" v="2856" actId="20577"/>
          <ac:spMkLst>
            <pc:docMk/>
            <pc:sldMk cId="4002891677" sldId="280"/>
            <ac:spMk id="3" creationId="{83AF35FA-13FC-0401-585B-24529BB80F83}"/>
          </ac:spMkLst>
        </pc:spChg>
      </pc:sldChg>
      <pc:sldChg chg="modSp add mod">
        <pc:chgData name="Ralph Rostock" userId="ba6839b1feebeabf" providerId="LiveId" clId="{282AAF5D-1F48-4FCF-8602-3B494CE1C290}" dt="2026-01-25T19:40:13.803" v="3354" actId="20577"/>
        <pc:sldMkLst>
          <pc:docMk/>
          <pc:sldMk cId="99938709" sldId="281"/>
        </pc:sldMkLst>
        <pc:spChg chg="mod">
          <ac:chgData name="Ralph Rostock" userId="ba6839b1feebeabf" providerId="LiveId" clId="{282AAF5D-1F48-4FCF-8602-3B494CE1C290}" dt="2026-01-25T19:40:13.803" v="3354" actId="20577"/>
          <ac:spMkLst>
            <pc:docMk/>
            <pc:sldMk cId="99938709" sldId="281"/>
            <ac:spMk id="2" creationId="{760E20B7-8758-BEA9-CF2F-046B96E899CC}"/>
          </ac:spMkLst>
        </pc:spChg>
        <pc:spChg chg="mod">
          <ac:chgData name="Ralph Rostock" userId="ba6839b1feebeabf" providerId="LiveId" clId="{282AAF5D-1F48-4FCF-8602-3B494CE1C290}" dt="2026-01-25T19:38:16.798" v="3117"/>
          <ac:spMkLst>
            <pc:docMk/>
            <pc:sldMk cId="99938709" sldId="281"/>
            <ac:spMk id="3" creationId="{8523619A-C9DA-0B05-AD80-5D424E28B52B}"/>
          </ac:spMkLst>
        </pc:spChg>
      </pc:sldChg>
      <pc:sldChg chg="modSp add mod ord">
        <pc:chgData name="Ralph Rostock" userId="ba6839b1feebeabf" providerId="LiveId" clId="{282AAF5D-1F48-4FCF-8602-3B494CE1C290}" dt="2026-01-25T20:01:57.095" v="4108" actId="20577"/>
        <pc:sldMkLst>
          <pc:docMk/>
          <pc:sldMk cId="3018265140" sldId="282"/>
        </pc:sldMkLst>
        <pc:spChg chg="mod">
          <ac:chgData name="Ralph Rostock" userId="ba6839b1feebeabf" providerId="LiveId" clId="{282AAF5D-1F48-4FCF-8602-3B494CE1C290}" dt="2026-01-25T20:01:57.095" v="4108" actId="20577"/>
          <ac:spMkLst>
            <pc:docMk/>
            <pc:sldMk cId="3018265140" sldId="282"/>
            <ac:spMk id="2" creationId="{78C487B3-9DE0-C32A-8E51-7EC8A665A718}"/>
          </ac:spMkLst>
        </pc:spChg>
        <pc:spChg chg="mod">
          <ac:chgData name="Ralph Rostock" userId="ba6839b1feebeabf" providerId="LiveId" clId="{282AAF5D-1F48-4FCF-8602-3B494CE1C290}" dt="2026-01-25T19:56:21.010" v="3392" actId="20577"/>
          <ac:spMkLst>
            <pc:docMk/>
            <pc:sldMk cId="3018265140" sldId="282"/>
            <ac:spMk id="3" creationId="{318E6566-B3DF-5FF4-F1ED-C050696AF783}"/>
          </ac:spMkLst>
        </pc:spChg>
      </pc:sldChg>
      <pc:sldChg chg="modSp add mod">
        <pc:chgData name="Ralph Rostock" userId="ba6839b1feebeabf" providerId="LiveId" clId="{282AAF5D-1F48-4FCF-8602-3B494CE1C290}" dt="2026-01-25T20:04:23.756" v="4421" actId="20577"/>
        <pc:sldMkLst>
          <pc:docMk/>
          <pc:sldMk cId="4180044483" sldId="283"/>
        </pc:sldMkLst>
        <pc:spChg chg="mod">
          <ac:chgData name="Ralph Rostock" userId="ba6839b1feebeabf" providerId="LiveId" clId="{282AAF5D-1F48-4FCF-8602-3B494CE1C290}" dt="2026-01-25T20:04:23.756" v="4421" actId="20577"/>
          <ac:spMkLst>
            <pc:docMk/>
            <pc:sldMk cId="4180044483" sldId="283"/>
            <ac:spMk id="2" creationId="{C9189AEA-C8F6-5E22-FA55-B6BD520E54BF}"/>
          </ac:spMkLst>
        </pc:spChg>
        <pc:spChg chg="mod">
          <ac:chgData name="Ralph Rostock" userId="ba6839b1feebeabf" providerId="LiveId" clId="{282AAF5D-1F48-4FCF-8602-3B494CE1C290}" dt="2026-01-25T20:00:46.586" v="4051" actId="20577"/>
          <ac:spMkLst>
            <pc:docMk/>
            <pc:sldMk cId="4180044483" sldId="283"/>
            <ac:spMk id="3" creationId="{42AE907F-D432-FB43-4ABD-206612C15176}"/>
          </ac:spMkLst>
        </pc:spChg>
      </pc:sldChg>
      <pc:sldChg chg="addSp delSp modSp add mod ord modNotesTx">
        <pc:chgData name="Ralph Rostock" userId="ba6839b1feebeabf" providerId="LiveId" clId="{282AAF5D-1F48-4FCF-8602-3B494CE1C290}" dt="2026-01-25T20:36:15.988" v="5131" actId="6549"/>
        <pc:sldMkLst>
          <pc:docMk/>
          <pc:sldMk cId="2726640372" sldId="284"/>
        </pc:sldMkLst>
        <pc:spChg chg="mod">
          <ac:chgData name="Ralph Rostock" userId="ba6839b1feebeabf" providerId="LiveId" clId="{282AAF5D-1F48-4FCF-8602-3B494CE1C290}" dt="2026-01-25T20:21:25.118" v="4703" actId="114"/>
          <ac:spMkLst>
            <pc:docMk/>
            <pc:sldMk cId="2726640372" sldId="284"/>
            <ac:spMk id="2" creationId="{B2178340-23BD-66BD-2FCC-919BB3174957}"/>
          </ac:spMkLst>
        </pc:spChg>
        <pc:spChg chg="mod">
          <ac:chgData name="Ralph Rostock" userId="ba6839b1feebeabf" providerId="LiveId" clId="{282AAF5D-1F48-4FCF-8602-3B494CE1C290}" dt="2026-01-25T20:09:15.294" v="4451" actId="20577"/>
          <ac:spMkLst>
            <pc:docMk/>
            <pc:sldMk cId="2726640372" sldId="284"/>
            <ac:spMk id="3" creationId="{8BC96AEA-6AE8-A5D3-41E4-76C58F6C667F}"/>
          </ac:spMkLst>
        </pc:spChg>
        <pc:spChg chg="add del">
          <ac:chgData name="Ralph Rostock" userId="ba6839b1feebeabf" providerId="LiveId" clId="{282AAF5D-1F48-4FCF-8602-3B494CE1C290}" dt="2026-01-25T20:11:47.709" v="4607" actId="22"/>
          <ac:spMkLst>
            <pc:docMk/>
            <pc:sldMk cId="2726640372" sldId="284"/>
            <ac:spMk id="5" creationId="{818E3B4F-E488-3EAF-6493-A6783571D60E}"/>
          </ac:spMkLst>
        </pc:spChg>
      </pc:sldChg>
      <pc:sldChg chg="add del">
        <pc:chgData name="Ralph Rostock" userId="ba6839b1feebeabf" providerId="LiveId" clId="{282AAF5D-1F48-4FCF-8602-3B494CE1C290}" dt="2026-01-25T20:37:03.892" v="5133" actId="2696"/>
        <pc:sldMkLst>
          <pc:docMk/>
          <pc:sldMk cId="2835524469" sldId="285"/>
        </pc:sldMkLst>
      </pc:sldChg>
      <pc:sldChg chg="modSp add mod ord modNotesTx">
        <pc:chgData name="Ralph Rostock" userId="ba6839b1feebeabf" providerId="LiveId" clId="{282AAF5D-1F48-4FCF-8602-3B494CE1C290}" dt="2026-01-25T20:36:04.491" v="5129" actId="6549"/>
        <pc:sldMkLst>
          <pc:docMk/>
          <pc:sldMk cId="2515399303" sldId="286"/>
        </pc:sldMkLst>
        <pc:spChg chg="mod">
          <ac:chgData name="Ralph Rostock" userId="ba6839b1feebeabf" providerId="LiveId" clId="{282AAF5D-1F48-4FCF-8602-3B494CE1C290}" dt="2026-01-25T20:27:38.339" v="4856" actId="20577"/>
          <ac:spMkLst>
            <pc:docMk/>
            <pc:sldMk cId="2515399303" sldId="286"/>
            <ac:spMk id="2" creationId="{D11146F9-0B9E-74BA-4671-21820B4C6F2D}"/>
          </ac:spMkLst>
        </pc:spChg>
        <pc:spChg chg="mod">
          <ac:chgData name="Ralph Rostock" userId="ba6839b1feebeabf" providerId="LiveId" clId="{282AAF5D-1F48-4FCF-8602-3B494CE1C290}" dt="2026-01-25T20:23:01.918" v="4749" actId="20577"/>
          <ac:spMkLst>
            <pc:docMk/>
            <pc:sldMk cId="2515399303" sldId="286"/>
            <ac:spMk id="3" creationId="{4C3367A3-6E4B-948F-3AA2-39BE6C87CC8D}"/>
          </ac:spMkLst>
        </pc:spChg>
      </pc:sldChg>
      <pc:sldChg chg="modSp add mod modNotesTx">
        <pc:chgData name="Ralph Rostock" userId="ba6839b1feebeabf" providerId="LiveId" clId="{282AAF5D-1F48-4FCF-8602-3B494CE1C290}" dt="2026-01-25T20:35:57.932" v="5128" actId="6549"/>
        <pc:sldMkLst>
          <pc:docMk/>
          <pc:sldMk cId="1202704225" sldId="287"/>
        </pc:sldMkLst>
        <pc:spChg chg="mod">
          <ac:chgData name="Ralph Rostock" userId="ba6839b1feebeabf" providerId="LiveId" clId="{282AAF5D-1F48-4FCF-8602-3B494CE1C290}" dt="2026-01-25T20:29:11.690" v="4873"/>
          <ac:spMkLst>
            <pc:docMk/>
            <pc:sldMk cId="1202704225" sldId="287"/>
            <ac:spMk id="2" creationId="{3C26BCA3-77DD-10B9-F7DC-DD5169346946}"/>
          </ac:spMkLst>
        </pc:spChg>
        <pc:spChg chg="mod">
          <ac:chgData name="Ralph Rostock" userId="ba6839b1feebeabf" providerId="LiveId" clId="{282AAF5D-1F48-4FCF-8602-3B494CE1C290}" dt="2026-01-25T20:27:59.634" v="4865" actId="20577"/>
          <ac:spMkLst>
            <pc:docMk/>
            <pc:sldMk cId="1202704225" sldId="287"/>
            <ac:spMk id="3" creationId="{343B35FF-6484-C211-F273-D77BCBF92D40}"/>
          </ac:spMkLst>
        </pc:spChg>
      </pc:sldChg>
      <pc:sldChg chg="modSp add mod modNotesTx">
        <pc:chgData name="Ralph Rostock" userId="ba6839b1feebeabf" providerId="LiveId" clId="{282AAF5D-1F48-4FCF-8602-3B494CE1C290}" dt="2026-01-25T20:35:52.117" v="5127" actId="6549"/>
        <pc:sldMkLst>
          <pc:docMk/>
          <pc:sldMk cId="2926926180" sldId="288"/>
        </pc:sldMkLst>
        <pc:spChg chg="mod">
          <ac:chgData name="Ralph Rostock" userId="ba6839b1feebeabf" providerId="LiveId" clId="{282AAF5D-1F48-4FCF-8602-3B494CE1C290}" dt="2026-01-25T20:30:43.160" v="4890"/>
          <ac:spMkLst>
            <pc:docMk/>
            <pc:sldMk cId="2926926180" sldId="288"/>
            <ac:spMk id="2" creationId="{1323168E-3D29-A7FC-0697-ED72BA2A2332}"/>
          </ac:spMkLst>
        </pc:spChg>
        <pc:spChg chg="mod">
          <ac:chgData name="Ralph Rostock" userId="ba6839b1feebeabf" providerId="LiveId" clId="{282AAF5D-1F48-4FCF-8602-3B494CE1C290}" dt="2026-01-25T20:29:29.398" v="4881" actId="20577"/>
          <ac:spMkLst>
            <pc:docMk/>
            <pc:sldMk cId="2926926180" sldId="288"/>
            <ac:spMk id="3" creationId="{986D595F-5DFE-8F6D-17EA-0C943ADF350F}"/>
          </ac:spMkLst>
        </pc:spChg>
      </pc:sldChg>
      <pc:sldChg chg="modSp add mod modNotesTx">
        <pc:chgData name="Ralph Rostock" userId="ba6839b1feebeabf" providerId="LiveId" clId="{282AAF5D-1F48-4FCF-8602-3B494CE1C290}" dt="2026-01-25T20:35:46.671" v="5126" actId="6549"/>
        <pc:sldMkLst>
          <pc:docMk/>
          <pc:sldMk cId="349142130" sldId="289"/>
        </pc:sldMkLst>
        <pc:spChg chg="mod">
          <ac:chgData name="Ralph Rostock" userId="ba6839b1feebeabf" providerId="LiveId" clId="{282AAF5D-1F48-4FCF-8602-3B494CE1C290}" dt="2026-01-25T20:32:03.542" v="4912"/>
          <ac:spMkLst>
            <pc:docMk/>
            <pc:sldMk cId="349142130" sldId="289"/>
            <ac:spMk id="2" creationId="{485D7DE1-968F-C141-371B-080B121DDA93}"/>
          </ac:spMkLst>
        </pc:spChg>
        <pc:spChg chg="mod">
          <ac:chgData name="Ralph Rostock" userId="ba6839b1feebeabf" providerId="LiveId" clId="{282AAF5D-1F48-4FCF-8602-3B494CE1C290}" dt="2026-01-25T20:30:57.160" v="4905" actId="20577"/>
          <ac:spMkLst>
            <pc:docMk/>
            <pc:sldMk cId="349142130" sldId="289"/>
            <ac:spMk id="3" creationId="{B828E9AA-8053-14DB-22D2-69C11DDED88C}"/>
          </ac:spMkLst>
        </pc:spChg>
      </pc:sldChg>
      <pc:sldChg chg="modSp add mod modNotesTx">
        <pc:chgData name="Ralph Rostock" userId="ba6839b1feebeabf" providerId="LiveId" clId="{282AAF5D-1F48-4FCF-8602-3B494CE1C290}" dt="2026-01-25T20:35:39.241" v="5125" actId="6549"/>
        <pc:sldMkLst>
          <pc:docMk/>
          <pc:sldMk cId="4169919000" sldId="290"/>
        </pc:sldMkLst>
        <pc:spChg chg="mod">
          <ac:chgData name="Ralph Rostock" userId="ba6839b1feebeabf" providerId="LiveId" clId="{282AAF5D-1F48-4FCF-8602-3B494CE1C290}" dt="2026-01-25T20:33:17.495" v="4940"/>
          <ac:spMkLst>
            <pc:docMk/>
            <pc:sldMk cId="4169919000" sldId="290"/>
            <ac:spMk id="2" creationId="{BC45FA28-FD8A-4C2B-2C6E-A3D42F236B4F}"/>
          </ac:spMkLst>
        </pc:spChg>
        <pc:spChg chg="mod">
          <ac:chgData name="Ralph Rostock" userId="ba6839b1feebeabf" providerId="LiveId" clId="{282AAF5D-1F48-4FCF-8602-3B494CE1C290}" dt="2026-01-25T20:32:18.609" v="4933" actId="20577"/>
          <ac:spMkLst>
            <pc:docMk/>
            <pc:sldMk cId="4169919000" sldId="290"/>
            <ac:spMk id="3" creationId="{A5A347E1-A270-58B7-FC20-6DF6A551012D}"/>
          </ac:spMkLst>
        </pc:spChg>
      </pc:sldChg>
      <pc:sldChg chg="modSp add mod ord modNotesTx">
        <pc:chgData name="Ralph Rostock" userId="ba6839b1feebeabf" providerId="LiveId" clId="{282AAF5D-1F48-4FCF-8602-3B494CE1C290}" dt="2026-01-25T20:36:11.438" v="5130" actId="6549"/>
        <pc:sldMkLst>
          <pc:docMk/>
          <pc:sldMk cId="861352972" sldId="291"/>
        </pc:sldMkLst>
        <pc:spChg chg="mod">
          <ac:chgData name="Ralph Rostock" userId="ba6839b1feebeabf" providerId="LiveId" clId="{282AAF5D-1F48-4FCF-8602-3B494CE1C290}" dt="2026-01-25T20:34:31.786" v="5032" actId="20577"/>
          <ac:spMkLst>
            <pc:docMk/>
            <pc:sldMk cId="861352972" sldId="291"/>
            <ac:spMk id="2" creationId="{18D4B72E-638B-143C-9794-ABCFC87CD62D}"/>
          </ac:spMkLst>
        </pc:spChg>
        <pc:spChg chg="mod">
          <ac:chgData name="Ralph Rostock" userId="ba6839b1feebeabf" providerId="LiveId" clId="{282AAF5D-1F48-4FCF-8602-3B494CE1C290}" dt="2026-01-25T20:34:00.637" v="4963" actId="20577"/>
          <ac:spMkLst>
            <pc:docMk/>
            <pc:sldMk cId="861352972" sldId="291"/>
            <ac:spMk id="3" creationId="{24BDE7C6-3E00-BBBB-5C0C-D9FD36E0101D}"/>
          </ac:spMkLst>
        </pc:spChg>
      </pc:sldChg>
      <pc:sldChg chg="modSp add mod ord modNotesTx">
        <pc:chgData name="Ralph Rostock" userId="ba6839b1feebeabf" providerId="LiveId" clId="{282AAF5D-1F48-4FCF-8602-3B494CE1C290}" dt="2026-01-25T20:35:30.955" v="5124" actId="6549"/>
        <pc:sldMkLst>
          <pc:docMk/>
          <pc:sldMk cId="1791800928" sldId="292"/>
        </pc:sldMkLst>
        <pc:spChg chg="mod">
          <ac:chgData name="Ralph Rostock" userId="ba6839b1feebeabf" providerId="LiveId" clId="{282AAF5D-1F48-4FCF-8602-3B494CE1C290}" dt="2026-01-25T20:35:25.881" v="5123" actId="20577"/>
          <ac:spMkLst>
            <pc:docMk/>
            <pc:sldMk cId="1791800928" sldId="292"/>
            <ac:spMk id="2" creationId="{4469C497-FA71-DAE7-77C1-2EA2C70241DF}"/>
          </ac:spMkLst>
        </pc:spChg>
        <pc:spChg chg="mod">
          <ac:chgData name="Ralph Rostock" userId="ba6839b1feebeabf" providerId="LiveId" clId="{282AAF5D-1F48-4FCF-8602-3B494CE1C290}" dt="2026-01-25T20:34:59.720" v="5067" actId="20577"/>
          <ac:spMkLst>
            <pc:docMk/>
            <pc:sldMk cId="1791800928" sldId="292"/>
            <ac:spMk id="3" creationId="{79B6AE6D-2736-73C6-05C5-C00EDFB259C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9B6344-04C4-1F16-CCE5-AEF3F5D2105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49B499F-B73D-8F16-4DF5-578CD837584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D76FC78-0E5D-4497-88DB-D395E4EBF0A7}" type="datetimeFigureOut">
              <a:rPr lang="en-US" smtClean="0"/>
              <a:t>1/25/2026</a:t>
            </a:fld>
            <a:endParaRPr lang="en-US"/>
          </a:p>
        </p:txBody>
      </p:sp>
      <p:sp>
        <p:nvSpPr>
          <p:cNvPr id="4" name="Footer Placeholder 3">
            <a:extLst>
              <a:ext uri="{FF2B5EF4-FFF2-40B4-BE49-F238E27FC236}">
                <a16:creationId xmlns:a16="http://schemas.microsoft.com/office/drawing/2014/main" id="{4918A174-F328-249D-5575-E89D9F04FD1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https://ccecc.acm.org/guidance/software-engineering</a:t>
            </a:r>
          </a:p>
        </p:txBody>
      </p:sp>
      <p:sp>
        <p:nvSpPr>
          <p:cNvPr id="5" name="Slide Number Placeholder 4">
            <a:extLst>
              <a:ext uri="{FF2B5EF4-FFF2-40B4-BE49-F238E27FC236}">
                <a16:creationId xmlns:a16="http://schemas.microsoft.com/office/drawing/2014/main" id="{251DC69F-1595-7406-EC61-85E4B55A92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06FD6B-8DAD-4E11-A906-3C6657CE868B}" type="slidenum">
              <a:rPr lang="en-US" smtClean="0"/>
              <a:t>‹#›</a:t>
            </a:fld>
            <a:endParaRPr lang="en-US"/>
          </a:p>
        </p:txBody>
      </p:sp>
    </p:spTree>
    <p:extLst>
      <p:ext uri="{BB962C8B-B14F-4D97-AF65-F5344CB8AC3E}">
        <p14:creationId xmlns:p14="http://schemas.microsoft.com/office/powerpoint/2010/main" val="52371703"/>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A311FBF-2C10-463B-A9CD-21751375938C}" type="datetimeFigureOut">
              <a:rPr lang="en-US" smtClean="0"/>
              <a:t>1/25/2026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https://ccecc.acm.org/guidance/software-engineering</a:t>
            </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4C95D3-4065-4FF4-B09D-A2BC0DE7D1D8}" type="slidenum">
              <a:rPr lang="en-US" smtClean="0"/>
              <a:t>‹#›</a:t>
            </a:fld>
            <a:endParaRPr lang="en-US"/>
          </a:p>
        </p:txBody>
      </p:sp>
    </p:spTree>
    <p:extLst>
      <p:ext uri="{BB962C8B-B14F-4D97-AF65-F5344CB8AC3E}">
        <p14:creationId xmlns:p14="http://schemas.microsoft.com/office/powerpoint/2010/main" val="1123380803"/>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https://ccecc.acm.org/guidance/software-engineering</a:t>
            </a:r>
          </a:p>
        </p:txBody>
      </p:sp>
      <p:sp>
        <p:nvSpPr>
          <p:cNvPr id="4" name="Footer Placeholder 3"/>
          <p:cNvSpPr>
            <a:spLocks noGrp="1"/>
          </p:cNvSpPr>
          <p:nvPr>
            <p:ph type="ftr" sz="quarter" idx="4"/>
          </p:nvPr>
        </p:nvSpPr>
        <p:spPr/>
        <p:txBody>
          <a:bodyPr/>
          <a:lstStyle/>
          <a:p>
            <a:r>
              <a:rPr lang="en-US"/>
              <a:t>https://ccecc.acm.org/guidance/software-engineering</a:t>
            </a:r>
          </a:p>
        </p:txBody>
      </p:sp>
      <p:sp>
        <p:nvSpPr>
          <p:cNvPr id="5" name="Slide Number Placeholder 4"/>
          <p:cNvSpPr>
            <a:spLocks noGrp="1"/>
          </p:cNvSpPr>
          <p:nvPr>
            <p:ph type="sldNum" sz="quarter" idx="5"/>
          </p:nvPr>
        </p:nvSpPr>
        <p:spPr/>
        <p:txBody>
          <a:bodyPr/>
          <a:lstStyle/>
          <a:p>
            <a:fld id="{364C95D3-4065-4FF4-B09D-A2BC0DE7D1D8}" type="slidenum">
              <a:rPr lang="en-US" smtClean="0"/>
              <a:t>3</a:t>
            </a:fld>
            <a:endParaRPr lang="en-US"/>
          </a:p>
        </p:txBody>
      </p:sp>
    </p:spTree>
    <p:extLst>
      <p:ext uri="{BB962C8B-B14F-4D97-AF65-F5344CB8AC3E}">
        <p14:creationId xmlns:p14="http://schemas.microsoft.com/office/powerpoint/2010/main" val="20462223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1E6F0-4EB3-FFA2-345E-588FC56E35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94158-EE16-DBE0-924F-FCC8A76BEA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471CA0-9C77-79CC-35FB-C5E98A7451B9}"/>
              </a:ext>
            </a:extLst>
          </p:cNvPr>
          <p:cNvSpPr>
            <a:spLocks noGrp="1"/>
          </p:cNvSpPr>
          <p:nvPr>
            <p:ph type="body" idx="1"/>
          </p:nvPr>
        </p:nvSpPr>
        <p:spPr/>
        <p:txBody>
          <a:bodyPr/>
          <a:lstStyle/>
          <a:p>
            <a:r>
              <a:rPr lang="en-US" dirty="0"/>
              <a:t>https://ccecc.acm.org/guidance/software-engineering</a:t>
            </a:r>
          </a:p>
        </p:txBody>
      </p:sp>
      <p:sp>
        <p:nvSpPr>
          <p:cNvPr id="4" name="Footer Placeholder 3">
            <a:extLst>
              <a:ext uri="{FF2B5EF4-FFF2-40B4-BE49-F238E27FC236}">
                <a16:creationId xmlns:a16="http://schemas.microsoft.com/office/drawing/2014/main" id="{90B60BEA-17E3-9CC3-1A0B-9A648FDD0DE1}"/>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5FAAF934-EDA2-C098-8534-3E770FB40B4D}"/>
              </a:ext>
            </a:extLst>
          </p:cNvPr>
          <p:cNvSpPr>
            <a:spLocks noGrp="1"/>
          </p:cNvSpPr>
          <p:nvPr>
            <p:ph type="sldNum" sz="quarter" idx="5"/>
          </p:nvPr>
        </p:nvSpPr>
        <p:spPr/>
        <p:txBody>
          <a:bodyPr/>
          <a:lstStyle/>
          <a:p>
            <a:fld id="{364C95D3-4065-4FF4-B09D-A2BC0DE7D1D8}" type="slidenum">
              <a:rPr lang="en-US" smtClean="0"/>
              <a:t>4</a:t>
            </a:fld>
            <a:endParaRPr lang="en-US"/>
          </a:p>
        </p:txBody>
      </p:sp>
    </p:spTree>
    <p:extLst>
      <p:ext uri="{BB962C8B-B14F-4D97-AF65-F5344CB8AC3E}">
        <p14:creationId xmlns:p14="http://schemas.microsoft.com/office/powerpoint/2010/main" val="19566895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349F4-DFA4-76A9-87E7-2A009C1E73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C172D2-3B69-0D06-D590-AEF22D61C5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01AA08-5102-BDF3-4894-027660EFE987}"/>
              </a:ext>
            </a:extLst>
          </p:cNvPr>
          <p:cNvSpPr>
            <a:spLocks noGrp="1"/>
          </p:cNvSpPr>
          <p:nvPr>
            <p:ph type="body" idx="1"/>
          </p:nvPr>
        </p:nvSpPr>
        <p:spPr/>
        <p:txBody>
          <a:bodyPr/>
          <a:lstStyle/>
          <a:p>
            <a:r>
              <a:rPr lang="en-US" dirty="0"/>
              <a:t>https://ieeexplore.ieee.org/document/5387924</a:t>
            </a:r>
          </a:p>
        </p:txBody>
      </p:sp>
      <p:sp>
        <p:nvSpPr>
          <p:cNvPr id="4" name="Footer Placeholder 3">
            <a:extLst>
              <a:ext uri="{FF2B5EF4-FFF2-40B4-BE49-F238E27FC236}">
                <a16:creationId xmlns:a16="http://schemas.microsoft.com/office/drawing/2014/main" id="{2621C9BB-79C7-409C-98EE-723123031CBE}"/>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5EC0CF26-EC08-6C47-7944-FC8A442165F2}"/>
              </a:ext>
            </a:extLst>
          </p:cNvPr>
          <p:cNvSpPr>
            <a:spLocks noGrp="1"/>
          </p:cNvSpPr>
          <p:nvPr>
            <p:ph type="sldNum" sz="quarter" idx="5"/>
          </p:nvPr>
        </p:nvSpPr>
        <p:spPr/>
        <p:txBody>
          <a:bodyPr/>
          <a:lstStyle/>
          <a:p>
            <a:fld id="{364C95D3-4065-4FF4-B09D-A2BC0DE7D1D8}" type="slidenum">
              <a:rPr lang="en-US" smtClean="0"/>
              <a:t>5</a:t>
            </a:fld>
            <a:endParaRPr lang="en-US"/>
          </a:p>
        </p:txBody>
      </p:sp>
    </p:spTree>
    <p:extLst>
      <p:ext uri="{BB962C8B-B14F-4D97-AF65-F5344CB8AC3E}">
        <p14:creationId xmlns:p14="http://schemas.microsoft.com/office/powerpoint/2010/main" val="20255767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Brooks: No Silver Bullet – Essence and Accident in Software Engineering https://web.archive.org/web/20160910002130/http://worrydream.com/refs/Brooks-NoSilverBullet.pdf</a:t>
            </a:r>
          </a:p>
        </p:txBody>
      </p:sp>
      <p:sp>
        <p:nvSpPr>
          <p:cNvPr id="4" name="Footer Placeholder 3"/>
          <p:cNvSpPr>
            <a:spLocks noGrp="1"/>
          </p:cNvSpPr>
          <p:nvPr>
            <p:ph type="ftr" sz="quarter" idx="4"/>
          </p:nvPr>
        </p:nvSpPr>
        <p:spPr/>
        <p:txBody>
          <a:bodyPr/>
          <a:lstStyle/>
          <a:p>
            <a:r>
              <a:rPr lang="en-US"/>
              <a:t>https://ccecc.acm.org/guidance/software-engineering</a:t>
            </a:r>
          </a:p>
        </p:txBody>
      </p:sp>
      <p:sp>
        <p:nvSpPr>
          <p:cNvPr id="5" name="Slide Number Placeholder 4"/>
          <p:cNvSpPr>
            <a:spLocks noGrp="1"/>
          </p:cNvSpPr>
          <p:nvPr>
            <p:ph type="sldNum" sz="quarter" idx="5"/>
          </p:nvPr>
        </p:nvSpPr>
        <p:spPr/>
        <p:txBody>
          <a:bodyPr/>
          <a:lstStyle/>
          <a:p>
            <a:fld id="{364C95D3-4065-4FF4-B09D-A2BC0DE7D1D8}" type="slidenum">
              <a:rPr lang="en-US" smtClean="0"/>
              <a:t>14</a:t>
            </a:fld>
            <a:endParaRPr lang="en-US"/>
          </a:p>
        </p:txBody>
      </p:sp>
    </p:spTree>
    <p:extLst>
      <p:ext uri="{BB962C8B-B14F-4D97-AF65-F5344CB8AC3E}">
        <p14:creationId xmlns:p14="http://schemas.microsoft.com/office/powerpoint/2010/main" val="32915678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E535F-34EA-E02E-D9CF-6DD248375C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B5A251-2651-9A9F-A2DC-68CF9125D6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619F4D-AF62-FA7D-A0BC-ADB3001DBC31}"/>
              </a:ext>
            </a:extLst>
          </p:cNvPr>
          <p:cNvSpPr>
            <a:spLocks noGrp="1"/>
          </p:cNvSpPr>
          <p:nvPr>
            <p:ph type="body" idx="1"/>
          </p:nvPr>
        </p:nvSpPr>
        <p:spPr/>
        <p:txBody>
          <a:bodyPr/>
          <a:lstStyle/>
          <a:p>
            <a:r>
              <a:rPr lang="en-US" dirty="0"/>
              <a:t>Brooks: No Silver Bullet – Essence and Accident in Software Engineering https://web.archive.org/web/20160910002130/http://worrydream.com/refs/Brooks-NoSilverBullet.pdf</a:t>
            </a:r>
          </a:p>
        </p:txBody>
      </p:sp>
      <p:sp>
        <p:nvSpPr>
          <p:cNvPr id="4" name="Footer Placeholder 3">
            <a:extLst>
              <a:ext uri="{FF2B5EF4-FFF2-40B4-BE49-F238E27FC236}">
                <a16:creationId xmlns:a16="http://schemas.microsoft.com/office/drawing/2014/main" id="{14C22E2B-8819-0691-8745-B2DDC62D0498}"/>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8DFC9289-C5EC-3855-05EE-D4FDCB82FE64}"/>
              </a:ext>
            </a:extLst>
          </p:cNvPr>
          <p:cNvSpPr>
            <a:spLocks noGrp="1"/>
          </p:cNvSpPr>
          <p:nvPr>
            <p:ph type="sldNum" sz="quarter" idx="5"/>
          </p:nvPr>
        </p:nvSpPr>
        <p:spPr/>
        <p:txBody>
          <a:bodyPr/>
          <a:lstStyle/>
          <a:p>
            <a:fld id="{364C95D3-4065-4FF4-B09D-A2BC0DE7D1D8}" type="slidenum">
              <a:rPr lang="en-US" smtClean="0"/>
              <a:t>15</a:t>
            </a:fld>
            <a:endParaRPr lang="en-US"/>
          </a:p>
        </p:txBody>
      </p:sp>
    </p:spTree>
    <p:extLst>
      <p:ext uri="{BB962C8B-B14F-4D97-AF65-F5344CB8AC3E}">
        <p14:creationId xmlns:p14="http://schemas.microsoft.com/office/powerpoint/2010/main" val="33526070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926F1-46DF-38E4-4AD9-762178D32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396EE-1BAF-9690-F590-159BE60F8C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4D75AF-F675-7E4F-1171-18B00F888C5C}"/>
              </a:ext>
            </a:extLst>
          </p:cNvPr>
          <p:cNvSpPr>
            <a:spLocks noGrp="1"/>
          </p:cNvSpPr>
          <p:nvPr>
            <p:ph type="body" idx="1"/>
          </p:nvPr>
        </p:nvSpPr>
        <p:spPr/>
        <p:txBody>
          <a:bodyPr/>
          <a:lstStyle/>
          <a:p>
            <a:r>
              <a:rPr lang="en-US" dirty="0"/>
              <a:t>Brooks: No Silver Bullet – Essence and Accident in Software Engineering https://web.archive.org/web/20160910002130/http://worrydream.com/refs/Brooks-NoSilverBullet.pdf</a:t>
            </a:r>
          </a:p>
        </p:txBody>
      </p:sp>
      <p:sp>
        <p:nvSpPr>
          <p:cNvPr id="4" name="Footer Placeholder 3">
            <a:extLst>
              <a:ext uri="{FF2B5EF4-FFF2-40B4-BE49-F238E27FC236}">
                <a16:creationId xmlns:a16="http://schemas.microsoft.com/office/drawing/2014/main" id="{702791D0-34BE-AD62-33FC-43421C0F4903}"/>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5D58CE1D-4EDA-5E5B-D722-300B0A93914A}"/>
              </a:ext>
            </a:extLst>
          </p:cNvPr>
          <p:cNvSpPr>
            <a:spLocks noGrp="1"/>
          </p:cNvSpPr>
          <p:nvPr>
            <p:ph type="sldNum" sz="quarter" idx="5"/>
          </p:nvPr>
        </p:nvSpPr>
        <p:spPr/>
        <p:txBody>
          <a:bodyPr/>
          <a:lstStyle/>
          <a:p>
            <a:fld id="{364C95D3-4065-4FF4-B09D-A2BC0DE7D1D8}" type="slidenum">
              <a:rPr lang="en-US" smtClean="0"/>
              <a:t>16</a:t>
            </a:fld>
            <a:endParaRPr lang="en-US"/>
          </a:p>
        </p:txBody>
      </p:sp>
    </p:spTree>
    <p:extLst>
      <p:ext uri="{BB962C8B-B14F-4D97-AF65-F5344CB8AC3E}">
        <p14:creationId xmlns:p14="http://schemas.microsoft.com/office/powerpoint/2010/main" val="28953108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6C3A1D-F67D-B050-31ED-070F78FDC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09873B-FC29-C2DB-AA70-D540BBE419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21AC3-1F9C-64D3-1A9C-33F8BAFD8544}"/>
              </a:ext>
            </a:extLst>
          </p:cNvPr>
          <p:cNvSpPr>
            <a:spLocks noGrp="1"/>
          </p:cNvSpPr>
          <p:nvPr>
            <p:ph type="body" idx="1"/>
          </p:nvPr>
        </p:nvSpPr>
        <p:spPr/>
        <p:txBody>
          <a:bodyPr/>
          <a:lstStyle/>
          <a:p>
            <a:r>
              <a:rPr lang="en-US" dirty="0"/>
              <a:t>Brooks: No Silver Bullet – Essence and Accident in Software Engineering https://web.archive.org/web/20160910002130/http://worrydream.com/refs/Brooks-NoSilverBullet.pdf</a:t>
            </a:r>
          </a:p>
        </p:txBody>
      </p:sp>
      <p:sp>
        <p:nvSpPr>
          <p:cNvPr id="4" name="Footer Placeholder 3">
            <a:extLst>
              <a:ext uri="{FF2B5EF4-FFF2-40B4-BE49-F238E27FC236}">
                <a16:creationId xmlns:a16="http://schemas.microsoft.com/office/drawing/2014/main" id="{8284DFC2-69D7-489F-D701-5B21A86C153B}"/>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980E0B82-A341-4FBE-F8B1-8B681A7AA056}"/>
              </a:ext>
            </a:extLst>
          </p:cNvPr>
          <p:cNvSpPr>
            <a:spLocks noGrp="1"/>
          </p:cNvSpPr>
          <p:nvPr>
            <p:ph type="sldNum" sz="quarter" idx="5"/>
          </p:nvPr>
        </p:nvSpPr>
        <p:spPr/>
        <p:txBody>
          <a:bodyPr/>
          <a:lstStyle/>
          <a:p>
            <a:fld id="{364C95D3-4065-4FF4-B09D-A2BC0DE7D1D8}" type="slidenum">
              <a:rPr lang="en-US" smtClean="0"/>
              <a:t>17</a:t>
            </a:fld>
            <a:endParaRPr lang="en-US"/>
          </a:p>
        </p:txBody>
      </p:sp>
    </p:spTree>
    <p:extLst>
      <p:ext uri="{BB962C8B-B14F-4D97-AF65-F5344CB8AC3E}">
        <p14:creationId xmlns:p14="http://schemas.microsoft.com/office/powerpoint/2010/main" val="7515167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36FF7-0401-D7AD-F2DC-582FFC6938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8E8B55-EAAD-44CA-394C-C087A6C2E0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C3CDF4-450A-3EF9-C807-BA0F5B5C3F21}"/>
              </a:ext>
            </a:extLst>
          </p:cNvPr>
          <p:cNvSpPr>
            <a:spLocks noGrp="1"/>
          </p:cNvSpPr>
          <p:nvPr>
            <p:ph type="body" idx="1"/>
          </p:nvPr>
        </p:nvSpPr>
        <p:spPr/>
        <p:txBody>
          <a:bodyPr/>
          <a:lstStyle/>
          <a:p>
            <a:r>
              <a:rPr lang="en-US" dirty="0"/>
              <a:t>Brooks: No Silver Bullet – Essence and Accident in Software Engineering https://web.archive.org/web/20160910002130/http://worrydream.com/refs/Brooks-NoSilverBullet.pdf</a:t>
            </a:r>
          </a:p>
        </p:txBody>
      </p:sp>
      <p:sp>
        <p:nvSpPr>
          <p:cNvPr id="4" name="Footer Placeholder 3">
            <a:extLst>
              <a:ext uri="{FF2B5EF4-FFF2-40B4-BE49-F238E27FC236}">
                <a16:creationId xmlns:a16="http://schemas.microsoft.com/office/drawing/2014/main" id="{6D27F946-EC49-D5D1-93D0-2C9E41BC4382}"/>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323D084B-680E-A3C8-6476-D35F88546619}"/>
              </a:ext>
            </a:extLst>
          </p:cNvPr>
          <p:cNvSpPr>
            <a:spLocks noGrp="1"/>
          </p:cNvSpPr>
          <p:nvPr>
            <p:ph type="sldNum" sz="quarter" idx="5"/>
          </p:nvPr>
        </p:nvSpPr>
        <p:spPr/>
        <p:txBody>
          <a:bodyPr/>
          <a:lstStyle/>
          <a:p>
            <a:fld id="{364C95D3-4065-4FF4-B09D-A2BC0DE7D1D8}" type="slidenum">
              <a:rPr lang="en-US" smtClean="0"/>
              <a:t>18</a:t>
            </a:fld>
            <a:endParaRPr lang="en-US"/>
          </a:p>
        </p:txBody>
      </p:sp>
    </p:spTree>
    <p:extLst>
      <p:ext uri="{BB962C8B-B14F-4D97-AF65-F5344CB8AC3E}">
        <p14:creationId xmlns:p14="http://schemas.microsoft.com/office/powerpoint/2010/main" val="10776211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2A0E0-2916-32EE-40A1-F24127B118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B529C-2D0B-4F8F-AB80-39FAF8246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9A521-9740-0746-0ABB-902A2F679BDE}"/>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57A97D18-9D16-5090-1B97-827FAF765AFB}"/>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091DDEE4-9B9E-439B-4CC9-8CD32A9B13EA}"/>
              </a:ext>
            </a:extLst>
          </p:cNvPr>
          <p:cNvSpPr>
            <a:spLocks noGrp="1"/>
          </p:cNvSpPr>
          <p:nvPr>
            <p:ph type="sldNum" sz="quarter" idx="5"/>
          </p:nvPr>
        </p:nvSpPr>
        <p:spPr/>
        <p:txBody>
          <a:bodyPr/>
          <a:lstStyle/>
          <a:p>
            <a:fld id="{364C95D3-4065-4FF4-B09D-A2BC0DE7D1D8}" type="slidenum">
              <a:rPr lang="en-US" smtClean="0"/>
              <a:t>21</a:t>
            </a:fld>
            <a:endParaRPr lang="en-US"/>
          </a:p>
        </p:txBody>
      </p:sp>
    </p:spTree>
    <p:extLst>
      <p:ext uri="{BB962C8B-B14F-4D97-AF65-F5344CB8AC3E}">
        <p14:creationId xmlns:p14="http://schemas.microsoft.com/office/powerpoint/2010/main" val="25554553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2AEF-C583-2A67-DDB2-FD528BAF16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739884-5ADC-48FA-4475-EECC16C663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6E6481-25C8-2D0A-5B30-1F4DA87AC578}"/>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AFF59B24-E6C7-E013-8286-CAD28EFEC47C}"/>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1F05E495-A31B-271D-B4CD-1C5E1652FCE3}"/>
              </a:ext>
            </a:extLst>
          </p:cNvPr>
          <p:cNvSpPr>
            <a:spLocks noGrp="1"/>
          </p:cNvSpPr>
          <p:nvPr>
            <p:ph type="sldNum" sz="quarter" idx="5"/>
          </p:nvPr>
        </p:nvSpPr>
        <p:spPr/>
        <p:txBody>
          <a:bodyPr/>
          <a:lstStyle/>
          <a:p>
            <a:fld id="{364C95D3-4065-4FF4-B09D-A2BC0DE7D1D8}" type="slidenum">
              <a:rPr lang="en-US" smtClean="0"/>
              <a:t>22</a:t>
            </a:fld>
            <a:endParaRPr lang="en-US"/>
          </a:p>
        </p:txBody>
      </p:sp>
    </p:spTree>
    <p:extLst>
      <p:ext uri="{BB962C8B-B14F-4D97-AF65-F5344CB8AC3E}">
        <p14:creationId xmlns:p14="http://schemas.microsoft.com/office/powerpoint/2010/main" val="7724074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6F50A-5F48-6489-0A68-72DB2BB24B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077D59-9636-020D-2DA0-53EDA790AA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33A728-0F23-965C-7AD3-AF2051850DD4}"/>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9E52DADD-5553-0596-2A2A-9FA4689F7A78}"/>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F57B41EB-5A92-7855-AA5E-04C7065A24E9}"/>
              </a:ext>
            </a:extLst>
          </p:cNvPr>
          <p:cNvSpPr>
            <a:spLocks noGrp="1"/>
          </p:cNvSpPr>
          <p:nvPr>
            <p:ph type="sldNum" sz="quarter" idx="5"/>
          </p:nvPr>
        </p:nvSpPr>
        <p:spPr/>
        <p:txBody>
          <a:bodyPr/>
          <a:lstStyle/>
          <a:p>
            <a:fld id="{364C95D3-4065-4FF4-B09D-A2BC0DE7D1D8}" type="slidenum">
              <a:rPr lang="en-US" smtClean="0"/>
              <a:t>23</a:t>
            </a:fld>
            <a:endParaRPr lang="en-US"/>
          </a:p>
        </p:txBody>
      </p:sp>
    </p:spTree>
    <p:extLst>
      <p:ext uri="{BB962C8B-B14F-4D97-AF65-F5344CB8AC3E}">
        <p14:creationId xmlns:p14="http://schemas.microsoft.com/office/powerpoint/2010/main" val="24102694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9DCC7-09EC-3F9D-88FB-7BD50A3FAC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AC0D29-C86B-55F2-F884-F07CF2B442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C7B0AD-4CD3-1714-510D-C6C40636F519}"/>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15703178-FF3E-0B2F-2526-D79EB1152B07}"/>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2B9093A8-59E6-62BD-3DE2-EED14DA433F7}"/>
              </a:ext>
            </a:extLst>
          </p:cNvPr>
          <p:cNvSpPr>
            <a:spLocks noGrp="1"/>
          </p:cNvSpPr>
          <p:nvPr>
            <p:ph type="sldNum" sz="quarter" idx="5"/>
          </p:nvPr>
        </p:nvSpPr>
        <p:spPr/>
        <p:txBody>
          <a:bodyPr/>
          <a:lstStyle/>
          <a:p>
            <a:fld id="{364C95D3-4065-4FF4-B09D-A2BC0DE7D1D8}" type="slidenum">
              <a:rPr lang="en-US" smtClean="0"/>
              <a:t>24</a:t>
            </a:fld>
            <a:endParaRPr lang="en-US"/>
          </a:p>
        </p:txBody>
      </p:sp>
    </p:spTree>
    <p:extLst>
      <p:ext uri="{BB962C8B-B14F-4D97-AF65-F5344CB8AC3E}">
        <p14:creationId xmlns:p14="http://schemas.microsoft.com/office/powerpoint/2010/main" val="15560177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2E2C3-396B-4ADC-D4D3-D00B133458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346982-02D9-C363-0C45-95B333A63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B70918-1F2E-1E0D-D748-F88F03A55DEB}"/>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A878A4C0-F628-1E54-2D96-13725491BC0D}"/>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D69372F6-A2CA-8292-A658-4C5BFC2F1910}"/>
              </a:ext>
            </a:extLst>
          </p:cNvPr>
          <p:cNvSpPr>
            <a:spLocks noGrp="1"/>
          </p:cNvSpPr>
          <p:nvPr>
            <p:ph type="sldNum" sz="quarter" idx="5"/>
          </p:nvPr>
        </p:nvSpPr>
        <p:spPr/>
        <p:txBody>
          <a:bodyPr/>
          <a:lstStyle/>
          <a:p>
            <a:fld id="{364C95D3-4065-4FF4-B09D-A2BC0DE7D1D8}" type="slidenum">
              <a:rPr lang="en-US" smtClean="0"/>
              <a:t>25</a:t>
            </a:fld>
            <a:endParaRPr lang="en-US"/>
          </a:p>
        </p:txBody>
      </p:sp>
    </p:spTree>
    <p:extLst>
      <p:ext uri="{BB962C8B-B14F-4D97-AF65-F5344CB8AC3E}">
        <p14:creationId xmlns:p14="http://schemas.microsoft.com/office/powerpoint/2010/main" val="37683432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56655-137E-24FB-41BB-AE7691B008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803D4-B5F7-8A54-EAD9-A306E14ACC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9ADB9A-BF80-D7A4-E06B-82003CE23DDD}"/>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F4873032-F674-DB84-840A-002AD8C9734A}"/>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B4686C0E-FFFF-C7C4-F077-534EAD4B0E96}"/>
              </a:ext>
            </a:extLst>
          </p:cNvPr>
          <p:cNvSpPr>
            <a:spLocks noGrp="1"/>
          </p:cNvSpPr>
          <p:nvPr>
            <p:ph type="sldNum" sz="quarter" idx="5"/>
          </p:nvPr>
        </p:nvSpPr>
        <p:spPr/>
        <p:txBody>
          <a:bodyPr/>
          <a:lstStyle/>
          <a:p>
            <a:fld id="{364C95D3-4065-4FF4-B09D-A2BC0DE7D1D8}" type="slidenum">
              <a:rPr lang="en-US" smtClean="0"/>
              <a:t>26</a:t>
            </a:fld>
            <a:endParaRPr lang="en-US"/>
          </a:p>
        </p:txBody>
      </p:sp>
    </p:spTree>
    <p:extLst>
      <p:ext uri="{BB962C8B-B14F-4D97-AF65-F5344CB8AC3E}">
        <p14:creationId xmlns:p14="http://schemas.microsoft.com/office/powerpoint/2010/main" val="11291473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17A99-D2FF-3F8B-6B4F-56B6C64159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CF3BCA-D13C-22DC-D428-498BB72EE3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B7E3A7-92C0-0447-A248-1E742ED8117E}"/>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FAA056A6-18FE-2064-6609-EDEF325AB270}"/>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0C49ACC4-1089-5C71-686A-09468CC375E9}"/>
              </a:ext>
            </a:extLst>
          </p:cNvPr>
          <p:cNvSpPr>
            <a:spLocks noGrp="1"/>
          </p:cNvSpPr>
          <p:nvPr>
            <p:ph type="sldNum" sz="quarter" idx="5"/>
          </p:nvPr>
        </p:nvSpPr>
        <p:spPr/>
        <p:txBody>
          <a:bodyPr/>
          <a:lstStyle/>
          <a:p>
            <a:fld id="{364C95D3-4065-4FF4-B09D-A2BC0DE7D1D8}" type="slidenum">
              <a:rPr lang="en-US" smtClean="0"/>
              <a:t>27</a:t>
            </a:fld>
            <a:endParaRPr lang="en-US"/>
          </a:p>
        </p:txBody>
      </p:sp>
    </p:spTree>
    <p:extLst>
      <p:ext uri="{BB962C8B-B14F-4D97-AF65-F5344CB8AC3E}">
        <p14:creationId xmlns:p14="http://schemas.microsoft.com/office/powerpoint/2010/main" val="27674862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27CF4-7E20-A478-F321-8824230A9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629AF4-DD97-F1B5-C493-26382E84E7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A49BDC-CACA-4B69-A938-CBF74C2002B6}"/>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AEC8CB82-AEAA-50D1-A5D5-4A1C2EC268BC}"/>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77BD0C29-B7A7-34DC-CE38-FFD5BB6BDD1D}"/>
              </a:ext>
            </a:extLst>
          </p:cNvPr>
          <p:cNvSpPr>
            <a:spLocks noGrp="1"/>
          </p:cNvSpPr>
          <p:nvPr>
            <p:ph type="sldNum" sz="quarter" idx="5"/>
          </p:nvPr>
        </p:nvSpPr>
        <p:spPr/>
        <p:txBody>
          <a:bodyPr/>
          <a:lstStyle/>
          <a:p>
            <a:fld id="{364C95D3-4065-4FF4-B09D-A2BC0DE7D1D8}" type="slidenum">
              <a:rPr lang="en-US" smtClean="0"/>
              <a:t>28</a:t>
            </a:fld>
            <a:endParaRPr lang="en-US"/>
          </a:p>
        </p:txBody>
      </p:sp>
    </p:spTree>
    <p:extLst>
      <p:ext uri="{BB962C8B-B14F-4D97-AF65-F5344CB8AC3E}">
        <p14:creationId xmlns:p14="http://schemas.microsoft.com/office/powerpoint/2010/main" val="19030318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pic>
        <p:nvPicPr>
          <p:cNvPr id="4" name="Picture 3" descr="A white rectangular frame with red and yellow symbols&#10;&#10;Description automatically generated">
            <a:extLst>
              <a:ext uri="{FF2B5EF4-FFF2-40B4-BE49-F238E27FC236}">
                <a16:creationId xmlns:a16="http://schemas.microsoft.com/office/drawing/2014/main" id="{63288AF2-F595-56C5-C2A3-66080347694A}"/>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539799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pic>
        <p:nvPicPr>
          <p:cNvPr id="10" name="Picture 9" descr="A white rectangular frame with red and yellow text&#10;&#10;Description automatically generated">
            <a:extLst>
              <a:ext uri="{FF2B5EF4-FFF2-40B4-BE49-F238E27FC236}">
                <a16:creationId xmlns:a16="http://schemas.microsoft.com/office/drawing/2014/main" id="{68E4DF0E-3170-F3B9-A94C-6CC44A36098D}"/>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5901757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pic>
        <p:nvPicPr>
          <p:cNvPr id="10" name="Picture 9" descr="A white rectangular frame with red and yellow text&#10;&#10;Description automatically generated">
            <a:extLst>
              <a:ext uri="{FF2B5EF4-FFF2-40B4-BE49-F238E27FC236}">
                <a16:creationId xmlns:a16="http://schemas.microsoft.com/office/drawing/2014/main" id="{68E4DF0E-3170-F3B9-A94C-6CC44A36098D}"/>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3" name="Picture 2" descr="A white rectangular frame with a red border&#10;&#10;Description automatically generated">
            <a:extLst>
              <a:ext uri="{FF2B5EF4-FFF2-40B4-BE49-F238E27FC236}">
                <a16:creationId xmlns:a16="http://schemas.microsoft.com/office/drawing/2014/main" id="{196A96C2-9378-38F6-7F06-6907ED33AA7F}"/>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24234234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pic>
        <p:nvPicPr>
          <p:cNvPr id="3" name="Picture 2" descr="A red rectangular frame with a white background&#10;&#10;Description automatically generated">
            <a:extLst>
              <a:ext uri="{FF2B5EF4-FFF2-40B4-BE49-F238E27FC236}">
                <a16:creationId xmlns:a16="http://schemas.microsoft.com/office/drawing/2014/main" id="{1CA75341-F98F-7DFC-8544-30313E5C949C}"/>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913988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pic>
        <p:nvPicPr>
          <p:cNvPr id="6" name="Picture 5" descr="A red and white card with a letter u&#10;&#10;Description automatically generated">
            <a:extLst>
              <a:ext uri="{FF2B5EF4-FFF2-40B4-BE49-F238E27FC236}">
                <a16:creationId xmlns:a16="http://schemas.microsoft.com/office/drawing/2014/main" id="{5A69D7CA-6D91-248C-D2CB-1013FE94F512}"/>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650806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le Slide">
    <p:spTree>
      <p:nvGrpSpPr>
        <p:cNvPr id="1" name=""/>
        <p:cNvGrpSpPr/>
        <p:nvPr/>
      </p:nvGrpSpPr>
      <p:grpSpPr>
        <a:xfrm>
          <a:off x="0" y="0"/>
          <a:ext cx="0" cy="0"/>
          <a:chOff x="0" y="0"/>
          <a:chExt cx="0" cy="0"/>
        </a:xfrm>
      </p:grpSpPr>
      <p:pic>
        <p:nvPicPr>
          <p:cNvPr id="5" name="Picture 4" descr="A red and yellow rectangular frame&#10;&#10;Description automatically generated">
            <a:extLst>
              <a:ext uri="{FF2B5EF4-FFF2-40B4-BE49-F238E27FC236}">
                <a16:creationId xmlns:a16="http://schemas.microsoft.com/office/drawing/2014/main" id="{07A77D1D-AE1A-0A91-15CB-D4BAB777461B}"/>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8104034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7_Title Slide">
    <p:spTree>
      <p:nvGrpSpPr>
        <p:cNvPr id="1" name=""/>
        <p:cNvGrpSpPr/>
        <p:nvPr/>
      </p:nvGrpSpPr>
      <p:grpSpPr>
        <a:xfrm>
          <a:off x="0" y="0"/>
          <a:ext cx="0" cy="0"/>
          <a:chOff x="0" y="0"/>
          <a:chExt cx="0" cy="0"/>
        </a:xfrm>
      </p:grpSpPr>
      <p:pic>
        <p:nvPicPr>
          <p:cNvPr id="3" name="Picture 2" descr="A white background with black dots&#10;&#10;Description automatically generated">
            <a:extLst>
              <a:ext uri="{FF2B5EF4-FFF2-40B4-BE49-F238E27FC236}">
                <a16:creationId xmlns:a16="http://schemas.microsoft.com/office/drawing/2014/main" id="{4E209B1E-2F0F-5371-B4F1-CBD324FD1AF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42857564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3" name="Picture 2" descr="A white rectangular frame with red and yellow text&#10;&#10;Description automatically generated">
            <a:extLst>
              <a:ext uri="{FF2B5EF4-FFF2-40B4-BE49-F238E27FC236}">
                <a16:creationId xmlns:a16="http://schemas.microsoft.com/office/drawing/2014/main" id="{D92AC7D5-1BF8-52A4-D918-E71A9061ED50}"/>
              </a:ext>
            </a:extLst>
          </p:cNvPr>
          <p:cNvPicPr>
            <a:picLocks noChangeAspect="1"/>
          </p:cNvPicPr>
          <p:nvPr userDrawn="1"/>
        </p:nvPicPr>
        <p:blipFill>
          <a:blip r:embed="rId9"/>
          <a:stretch>
            <a:fillRect/>
          </a:stretch>
        </p:blipFill>
        <p:spPr>
          <a:xfrm>
            <a:off x="0" y="0"/>
            <a:ext cx="12192000" cy="6858000"/>
          </a:xfrm>
          <a:prstGeom prst="rect">
            <a:avLst/>
          </a:prstGeom>
        </p:spPr>
      </p:pic>
    </p:spTree>
    <p:extLst>
      <p:ext uri="{BB962C8B-B14F-4D97-AF65-F5344CB8AC3E}">
        <p14:creationId xmlns:p14="http://schemas.microsoft.com/office/powerpoint/2010/main" val="1700118097"/>
      </p:ext>
    </p:extLst>
  </p:cSld>
  <p:clrMap bg1="dk1" tx1="lt1" bg2="dk2" tx2="lt2" accent1="accent1" accent2="accent2" accent3="accent3" accent4="accent4" accent5="accent5" accent6="accent6" hlink="hlink" folHlink="folHlink"/>
  <p:sldLayoutIdLst>
    <p:sldLayoutId id="2147483674" r:id="rId1"/>
    <p:sldLayoutId id="2147483672" r:id="rId2"/>
    <p:sldLayoutId id="2147483673" r:id="rId3"/>
    <p:sldLayoutId id="2147483675" r:id="rId4"/>
    <p:sldLayoutId id="2147483676" r:id="rId5"/>
    <p:sldLayoutId id="2147483677" r:id="rId6"/>
    <p:sldLayoutId id="2147483678" r:id="rId7"/>
  </p:sldLayoutIdLst>
  <p:txStyles>
    <p:title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p:titleStyle>
    <p:body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4.xml"/><Relationship Id="rId5" Type="http://schemas.openxmlformats.org/officeDocument/2006/relationships/hyperlink" Target="https://universityinnovation.org/wiki/School:KKR_and_KSR_Institute_of_Technology_and_Sciences" TargetMode="External"/><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4.xml"/><Relationship Id="rId5" Type="http://schemas.openxmlformats.org/officeDocument/2006/relationships/hyperlink" Target="https://universityinnovation.org/wiki/School:KKR_and_KSR_Institute_of_Technology_and_Sciences" TargetMode="Externa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hyperlink" Target="https://embarcados.com.br/padrao-ieee-802-15-4/" TargetMode="Externa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80823D0-3086-77A2-5B1D-C40FD2777FEE}"/>
              </a:ext>
            </a:extLst>
          </p:cNvPr>
          <p:cNvSpPr txBox="1"/>
          <p:nvPr/>
        </p:nvSpPr>
        <p:spPr>
          <a:xfrm>
            <a:off x="2207505" y="3059668"/>
            <a:ext cx="7777001" cy="3847207"/>
          </a:xfrm>
          <a:prstGeom prst="rect">
            <a:avLst/>
          </a:prstGeom>
          <a:noFill/>
        </p:spPr>
        <p:txBody>
          <a:bodyPr wrap="none" rtlCol="0">
            <a:spAutoFit/>
          </a:bodyPr>
          <a:lstStyle/>
          <a:p>
            <a:pPr algn="ctr"/>
            <a:r>
              <a:rPr lang="en-US" sz="6000" b="1" dirty="0">
                <a:solidFill>
                  <a:srgbClr val="97012E"/>
                </a:solidFill>
                <a:latin typeface="Druk Heavy" pitchFamily="2" charset="77"/>
                <a:cs typeface="Gotham Bold" pitchFamily="50" charset="0"/>
              </a:rPr>
              <a:t>CS375 Spring 2026</a:t>
            </a:r>
          </a:p>
          <a:p>
            <a:pPr algn="ctr"/>
            <a:r>
              <a:rPr lang="en-US" sz="4000" b="1" dirty="0">
                <a:solidFill>
                  <a:srgbClr val="97012E"/>
                </a:solidFill>
                <a:latin typeface="Druk Heavy" pitchFamily="2" charset="77"/>
                <a:cs typeface="Gotham Bold" pitchFamily="50" charset="0"/>
              </a:rPr>
              <a:t>Ralph Rostock</a:t>
            </a:r>
          </a:p>
          <a:p>
            <a:pPr algn="ctr"/>
            <a:r>
              <a:rPr lang="en-US" sz="4000" b="1" dirty="0">
                <a:solidFill>
                  <a:srgbClr val="97012E"/>
                </a:solidFill>
                <a:latin typeface="Druk Heavy" pitchFamily="2" charset="77"/>
              </a:rPr>
              <a:t>Week 1</a:t>
            </a:r>
          </a:p>
          <a:p>
            <a:pPr algn="ctr"/>
            <a:r>
              <a:rPr lang="en-US" sz="2400" b="1" dirty="0">
                <a:solidFill>
                  <a:srgbClr val="97012E"/>
                </a:solidFill>
                <a:latin typeface="Druk Heavy" pitchFamily="2" charset="77"/>
              </a:rPr>
              <a:t>Course Overview and Introduction to Software Engineering </a:t>
            </a:r>
            <a:br>
              <a:rPr lang="en-US" sz="4000" dirty="0">
                <a:solidFill>
                  <a:schemeClr val="bg1"/>
                </a:solidFill>
                <a:latin typeface="Garamond" panose="02020404030301010803" pitchFamily="18" charset="0"/>
              </a:rPr>
            </a:br>
            <a:br>
              <a:rPr lang="en-US" sz="4000" dirty="0">
                <a:solidFill>
                  <a:schemeClr val="bg1"/>
                </a:solidFill>
                <a:latin typeface="Oak Sans" pitchFamily="2" charset="77"/>
              </a:rPr>
            </a:br>
            <a:endParaRPr lang="en-US" sz="4000" dirty="0">
              <a:solidFill>
                <a:schemeClr val="bg1"/>
              </a:solidFill>
              <a:latin typeface="Oak Sans" pitchFamily="2" charset="77"/>
            </a:endParaRPr>
          </a:p>
        </p:txBody>
      </p:sp>
    </p:spTree>
    <p:extLst>
      <p:ext uri="{BB962C8B-B14F-4D97-AF65-F5344CB8AC3E}">
        <p14:creationId xmlns:p14="http://schemas.microsoft.com/office/powerpoint/2010/main" val="34453206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B5CDBBB-DADA-223E-6E55-D8234D44E5CC}"/>
              </a:ext>
            </a:extLst>
          </p:cNvPr>
          <p:cNvSpPr txBox="1"/>
          <p:nvPr/>
        </p:nvSpPr>
        <p:spPr>
          <a:xfrm>
            <a:off x="1574358" y="2949934"/>
            <a:ext cx="7707665" cy="2800767"/>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Course Number and Title: CS-375 – Software Engineering</a:t>
            </a:r>
          </a:p>
          <a:p>
            <a:pPr marL="285750" indent="-285750">
              <a:buFont typeface="Arial" panose="020B0604020202020204" pitchFamily="34" charset="0"/>
              <a:buChar char="•"/>
            </a:pPr>
            <a:r>
              <a:rPr lang="en-US" sz="2200" dirty="0">
                <a:solidFill>
                  <a:schemeClr val="bg1"/>
                </a:solidFill>
                <a:latin typeface="Oak Sans" pitchFamily="2" charset="77"/>
              </a:rPr>
              <a:t>Credit Hours: 4</a:t>
            </a:r>
          </a:p>
          <a:p>
            <a:pPr marL="285750" indent="-285750">
              <a:buFont typeface="Arial" panose="020B0604020202020204" pitchFamily="34" charset="0"/>
              <a:buChar char="•"/>
            </a:pPr>
            <a:r>
              <a:rPr lang="en-US" sz="2200" dirty="0">
                <a:solidFill>
                  <a:schemeClr val="bg1"/>
                </a:solidFill>
                <a:latin typeface="Oak Sans" pitchFamily="2" charset="77"/>
              </a:rPr>
              <a:t>Academic Term: Spring 2026</a:t>
            </a:r>
          </a:p>
          <a:p>
            <a:pPr marL="285750" indent="-285750">
              <a:buFont typeface="Arial" panose="020B0604020202020204" pitchFamily="34" charset="0"/>
              <a:buChar char="•"/>
            </a:pPr>
            <a:r>
              <a:rPr lang="en-US" sz="2200" dirty="0">
                <a:solidFill>
                  <a:schemeClr val="bg1"/>
                </a:solidFill>
                <a:latin typeface="Oak Sans" pitchFamily="2" charset="77"/>
              </a:rPr>
              <a:t>Course Prerequisite: CS-371 Data Structures and Algorithms</a:t>
            </a:r>
          </a:p>
          <a:p>
            <a:pPr marL="285750" indent="-285750">
              <a:buFont typeface="Arial" panose="020B0604020202020204" pitchFamily="34" charset="0"/>
              <a:buChar char="•"/>
            </a:pPr>
            <a:r>
              <a:rPr lang="en-US" sz="2200" dirty="0">
                <a:solidFill>
                  <a:schemeClr val="bg1"/>
                </a:solidFill>
                <a:latin typeface="Oak Sans" pitchFamily="2" charset="77"/>
              </a:rPr>
              <a:t>Class Meeting Location and Times: Thursday from 7:00 PM to 9:40 PM, PFA 107</a:t>
            </a:r>
          </a:p>
          <a:p>
            <a:pPr marL="285750" indent="-285750">
              <a:buFont typeface="Arial" panose="020B0604020202020204" pitchFamily="34" charset="0"/>
              <a:buChar char="•"/>
            </a:pPr>
            <a:r>
              <a:rPr lang="en-US" sz="2200" dirty="0">
                <a:solidFill>
                  <a:schemeClr val="bg1"/>
                </a:solidFill>
                <a:latin typeface="Oak Sans" pitchFamily="2" charset="77"/>
              </a:rPr>
              <a:t>Office Hours</a:t>
            </a:r>
          </a:p>
          <a:p>
            <a:pPr marL="285750" indent="-285750">
              <a:buFont typeface="Arial" panose="020B0604020202020204" pitchFamily="34" charset="0"/>
              <a:buChar char="•"/>
            </a:pPr>
            <a:r>
              <a:rPr lang="en-US" sz="2200" dirty="0">
                <a:solidFill>
                  <a:schemeClr val="bg1"/>
                </a:solidFill>
                <a:latin typeface="Oak Sans" pitchFamily="2" charset="77"/>
              </a:rPr>
              <a:t>Final Exam</a:t>
            </a:r>
          </a:p>
        </p:txBody>
      </p:sp>
      <p:sp>
        <p:nvSpPr>
          <p:cNvPr id="3" name="TextBox 2">
            <a:extLst>
              <a:ext uri="{FF2B5EF4-FFF2-40B4-BE49-F238E27FC236}">
                <a16:creationId xmlns:a16="http://schemas.microsoft.com/office/drawing/2014/main" id="{3F6711FD-2374-EB88-3C5B-CDF8370DF9C6}"/>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Course Overview</a:t>
            </a:r>
          </a:p>
        </p:txBody>
      </p:sp>
    </p:spTree>
    <p:extLst>
      <p:ext uri="{BB962C8B-B14F-4D97-AF65-F5344CB8AC3E}">
        <p14:creationId xmlns:p14="http://schemas.microsoft.com/office/powerpoint/2010/main" val="16396813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C4A0673-59DF-4392-59F0-1F05DF74E325}"/>
              </a:ext>
            </a:extLst>
          </p:cNvPr>
          <p:cNvSpPr txBox="1"/>
          <p:nvPr/>
        </p:nvSpPr>
        <p:spPr>
          <a:xfrm>
            <a:off x="1328285" y="2751154"/>
            <a:ext cx="5640405" cy="2800767"/>
          </a:xfrm>
          <a:prstGeom prst="rect">
            <a:avLst/>
          </a:prstGeom>
          <a:noFill/>
        </p:spPr>
        <p:txBody>
          <a:bodyPr wrap="square" rtlCol="0">
            <a:spAutoFit/>
          </a:bodyPr>
          <a:lstStyle/>
          <a:p>
            <a:r>
              <a:rPr lang="en-US" sz="2200" dirty="0">
                <a:solidFill>
                  <a:schemeClr val="bg1"/>
                </a:solidFill>
                <a:latin typeface="Oak Sans" pitchFamily="2" charset="77"/>
              </a:rPr>
              <a:t>“…software engineering requires both the analytical and descriptive tools developed in computer science and the rigor that the engineering disciplines bring to the reliability and trustworthiness of the systems that software developers design and implement while working cohesively in a team environment.”</a:t>
            </a:r>
            <a:endParaRPr lang="en-US" sz="2200" baseline="30000" dirty="0">
              <a:solidFill>
                <a:schemeClr val="bg1"/>
              </a:solidFill>
              <a:latin typeface="Oak Sans" pitchFamily="2" charset="77"/>
            </a:endParaRPr>
          </a:p>
        </p:txBody>
      </p:sp>
      <p:pic>
        <p:nvPicPr>
          <p:cNvPr id="3" name="Picture 2">
            <a:extLst>
              <a:ext uri="{FF2B5EF4-FFF2-40B4-BE49-F238E27FC236}">
                <a16:creationId xmlns:a16="http://schemas.microsoft.com/office/drawing/2014/main" id="{B1A373B6-AEA9-2411-3A81-57F8BD3B429D}"/>
              </a:ext>
            </a:extLst>
          </p:cNvPr>
          <p:cNvPicPr>
            <a:picLocks noChangeAspect="1"/>
          </p:cNvPicPr>
          <p:nvPr/>
        </p:nvPicPr>
        <p:blipFill>
          <a:blip r:embed="rId4">
            <a:extLst>
              <a:ext uri="{837473B0-CC2E-450A-ABE3-18F120FF3D39}">
                <a1611:picAttrSrcUrl xmlns:a1611="http://schemas.microsoft.com/office/drawing/2016/11/main" r:id="rId5"/>
              </a:ext>
            </a:extLst>
          </a:blip>
          <a:srcRect/>
          <a:stretch/>
        </p:blipFill>
        <p:spPr>
          <a:xfrm>
            <a:off x="7365548" y="1860605"/>
            <a:ext cx="3429000" cy="3429000"/>
          </a:xfrm>
          <a:prstGeom prst="rect">
            <a:avLst/>
          </a:prstGeom>
        </p:spPr>
      </p:pic>
      <p:sp>
        <p:nvSpPr>
          <p:cNvPr id="4" name="TextBox 3">
            <a:extLst>
              <a:ext uri="{FF2B5EF4-FFF2-40B4-BE49-F238E27FC236}">
                <a16:creationId xmlns:a16="http://schemas.microsoft.com/office/drawing/2014/main" id="{B9567DD4-B3C5-EA0B-99D0-61BBA3367ECA}"/>
              </a:ext>
            </a:extLst>
          </p:cNvPr>
          <p:cNvSpPr txBox="1"/>
          <p:nvPr/>
        </p:nvSpPr>
        <p:spPr>
          <a:xfrm>
            <a:off x="574838" y="1729458"/>
            <a:ext cx="5521161"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ACM on Software Engineering</a:t>
            </a:r>
          </a:p>
        </p:txBody>
      </p:sp>
    </p:spTree>
    <p:extLst>
      <p:ext uri="{BB962C8B-B14F-4D97-AF65-F5344CB8AC3E}">
        <p14:creationId xmlns:p14="http://schemas.microsoft.com/office/powerpoint/2010/main" val="17063864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D90E4F64-6D85-B776-9E75-8EC171BD61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3619321-AC60-E805-367B-49197B74D0B3}"/>
              </a:ext>
            </a:extLst>
          </p:cNvPr>
          <p:cNvSpPr txBox="1"/>
          <p:nvPr/>
        </p:nvSpPr>
        <p:spPr>
          <a:xfrm>
            <a:off x="1328285" y="2751154"/>
            <a:ext cx="5640405" cy="2831544"/>
          </a:xfrm>
          <a:prstGeom prst="rect">
            <a:avLst/>
          </a:prstGeom>
          <a:noFill/>
        </p:spPr>
        <p:txBody>
          <a:bodyPr wrap="square" rtlCol="0">
            <a:spAutoFit/>
          </a:bodyPr>
          <a:lstStyle/>
          <a:p>
            <a:r>
              <a:rPr lang="en-US" sz="2200" dirty="0">
                <a:solidFill>
                  <a:schemeClr val="bg1"/>
                </a:solidFill>
                <a:latin typeface="Oak Sans" pitchFamily="2" charset="77"/>
              </a:rPr>
              <a:t>Software Engineering:</a:t>
            </a:r>
          </a:p>
          <a:p>
            <a:pPr marL="342900" indent="-342900">
              <a:buFont typeface="Arial" panose="020B0604020202020204" pitchFamily="34" charset="0"/>
              <a:buChar char="•"/>
            </a:pPr>
            <a:r>
              <a:rPr lang="en-US" sz="1200" dirty="0">
                <a:solidFill>
                  <a:schemeClr val="bg1"/>
                </a:solidFill>
                <a:latin typeface="Oak Sans" pitchFamily="2" charset="77"/>
              </a:rPr>
              <a:t>Must be viewed as a discipline with stronger ties to computer science than it has to other engineering fields</a:t>
            </a:r>
          </a:p>
          <a:p>
            <a:pPr marL="342900" indent="-342900">
              <a:buFont typeface="Arial" panose="020B0604020202020204" pitchFamily="34" charset="0"/>
              <a:buChar char="•"/>
            </a:pPr>
            <a:r>
              <a:rPr lang="en-US" sz="1200" dirty="0">
                <a:solidFill>
                  <a:schemeClr val="bg1"/>
                </a:solidFill>
                <a:latin typeface="Oak Sans" pitchFamily="2" charset="77"/>
              </a:rPr>
              <a:t>Must share common characteristics with other engineering disciplines, including quantitative measurement, structured decision making, effective use of tools, and reusable software components</a:t>
            </a:r>
          </a:p>
          <a:p>
            <a:pPr marL="342900" indent="-342900">
              <a:buFont typeface="Arial" panose="020B0604020202020204" pitchFamily="34" charset="0"/>
              <a:buChar char="•"/>
            </a:pPr>
            <a:r>
              <a:rPr lang="en-US" sz="1200" dirty="0">
                <a:solidFill>
                  <a:schemeClr val="bg1"/>
                </a:solidFill>
                <a:latin typeface="Oak Sans" pitchFamily="2" charset="77"/>
              </a:rPr>
              <a:t>Must apply engineering methods and practices to the development of software, with special emphasis on the development of large software systems</a:t>
            </a:r>
          </a:p>
          <a:p>
            <a:pPr marL="342900" indent="-342900">
              <a:buFont typeface="Arial" panose="020B0604020202020204" pitchFamily="34" charset="0"/>
              <a:buChar char="•"/>
            </a:pPr>
            <a:r>
              <a:rPr lang="en-US" sz="1200" dirty="0">
                <a:solidFill>
                  <a:schemeClr val="bg1"/>
                </a:solidFill>
                <a:latin typeface="Oak Sans" pitchFamily="2" charset="77"/>
              </a:rPr>
              <a:t>Must integrate the principles of mathematics and computer science with engineering methodologies to create extensible software</a:t>
            </a:r>
          </a:p>
          <a:p>
            <a:pPr marL="342900" indent="-342900">
              <a:buFont typeface="Arial" panose="020B0604020202020204" pitchFamily="34" charset="0"/>
              <a:buChar char="•"/>
            </a:pPr>
            <a:r>
              <a:rPr lang="en-US" sz="1200" dirty="0">
                <a:solidFill>
                  <a:schemeClr val="bg1"/>
                </a:solidFill>
                <a:latin typeface="Oak Sans" pitchFamily="2" charset="77"/>
              </a:rPr>
              <a:t>Must include secure code standards and quality control concepts of manufacturing process design</a:t>
            </a:r>
          </a:p>
          <a:p>
            <a:pPr marL="342900" indent="-342900">
              <a:buFont typeface="Arial" panose="020B0604020202020204" pitchFamily="34" charset="0"/>
              <a:buChar char="•"/>
            </a:pPr>
            <a:r>
              <a:rPr lang="en-US" sz="1200" dirty="0">
                <a:solidFill>
                  <a:schemeClr val="bg1"/>
                </a:solidFill>
                <a:latin typeface="Oak Sans" pitchFamily="2" charset="77"/>
              </a:rPr>
              <a:t>Must emphasize communication skills, teamwork skills, and professional principles and best practices</a:t>
            </a:r>
            <a:endParaRPr lang="en-US" sz="2200" baseline="30000" dirty="0">
              <a:solidFill>
                <a:schemeClr val="bg1"/>
              </a:solidFill>
              <a:latin typeface="Oak Sans" pitchFamily="2" charset="77"/>
            </a:endParaRPr>
          </a:p>
        </p:txBody>
      </p:sp>
      <p:pic>
        <p:nvPicPr>
          <p:cNvPr id="3" name="Picture 2">
            <a:extLst>
              <a:ext uri="{FF2B5EF4-FFF2-40B4-BE49-F238E27FC236}">
                <a16:creationId xmlns:a16="http://schemas.microsoft.com/office/drawing/2014/main" id="{B1D60592-C6AD-E740-D9A0-0AE2FEF84AFE}"/>
              </a:ext>
            </a:extLst>
          </p:cNvPr>
          <p:cNvPicPr>
            <a:picLocks noChangeAspect="1"/>
          </p:cNvPicPr>
          <p:nvPr/>
        </p:nvPicPr>
        <p:blipFill>
          <a:blip r:embed="rId4">
            <a:extLst>
              <a:ext uri="{837473B0-CC2E-450A-ABE3-18F120FF3D39}">
                <a1611:picAttrSrcUrl xmlns:a1611="http://schemas.microsoft.com/office/drawing/2016/11/main" r:id="rId5"/>
              </a:ext>
            </a:extLst>
          </a:blip>
          <a:srcRect/>
          <a:stretch/>
        </p:blipFill>
        <p:spPr>
          <a:xfrm>
            <a:off x="7365548" y="1860605"/>
            <a:ext cx="3429000" cy="3429000"/>
          </a:xfrm>
          <a:prstGeom prst="rect">
            <a:avLst/>
          </a:prstGeom>
        </p:spPr>
      </p:pic>
      <p:sp>
        <p:nvSpPr>
          <p:cNvPr id="4" name="TextBox 3">
            <a:extLst>
              <a:ext uri="{FF2B5EF4-FFF2-40B4-BE49-F238E27FC236}">
                <a16:creationId xmlns:a16="http://schemas.microsoft.com/office/drawing/2014/main" id="{0D314B55-9096-E7C7-6603-7D7F5E5D0F15}"/>
              </a:ext>
            </a:extLst>
          </p:cNvPr>
          <p:cNvSpPr txBox="1"/>
          <p:nvPr/>
        </p:nvSpPr>
        <p:spPr>
          <a:xfrm>
            <a:off x="574838" y="1729458"/>
            <a:ext cx="7295254"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ACM on Software Engineering (continued) </a:t>
            </a:r>
          </a:p>
        </p:txBody>
      </p:sp>
    </p:spTree>
    <p:extLst>
      <p:ext uri="{BB962C8B-B14F-4D97-AF65-F5344CB8AC3E}">
        <p14:creationId xmlns:p14="http://schemas.microsoft.com/office/powerpoint/2010/main" val="35966616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146BF686-E6E0-A2AE-54DE-11608EB8214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BD1062A-BD07-B297-F75C-3D53CFD60FD7}"/>
              </a:ext>
            </a:extLst>
          </p:cNvPr>
          <p:cNvSpPr txBox="1"/>
          <p:nvPr/>
        </p:nvSpPr>
        <p:spPr>
          <a:xfrm>
            <a:off x="1328285" y="2751154"/>
            <a:ext cx="5640405" cy="1446550"/>
          </a:xfrm>
          <a:prstGeom prst="rect">
            <a:avLst/>
          </a:prstGeom>
          <a:noFill/>
        </p:spPr>
        <p:txBody>
          <a:bodyPr wrap="square" rtlCol="0">
            <a:spAutoFit/>
          </a:bodyPr>
          <a:lstStyle/>
          <a:p>
            <a:r>
              <a:rPr lang="en-US" sz="2200" dirty="0">
                <a:solidFill>
                  <a:schemeClr val="bg1"/>
                </a:solidFill>
                <a:latin typeface="Oak Sans" pitchFamily="2" charset="77"/>
              </a:rPr>
              <a:t>“Software engineering may be defined as the systematic design and development of software products and the management of the software process”</a:t>
            </a:r>
            <a:endParaRPr lang="en-US" sz="2200" baseline="30000" dirty="0">
              <a:solidFill>
                <a:schemeClr val="bg1"/>
              </a:solidFill>
              <a:latin typeface="Oak Sans" pitchFamily="2" charset="77"/>
            </a:endParaRPr>
          </a:p>
        </p:txBody>
      </p:sp>
      <p:pic>
        <p:nvPicPr>
          <p:cNvPr id="3" name="Picture 2">
            <a:extLst>
              <a:ext uri="{FF2B5EF4-FFF2-40B4-BE49-F238E27FC236}">
                <a16:creationId xmlns:a16="http://schemas.microsoft.com/office/drawing/2014/main" id="{56AD2372-65E4-0B67-1154-DB73B3F3782B}"/>
              </a:ext>
            </a:extLst>
          </p:cNvPr>
          <p:cNvPicPr>
            <a:picLocks noChangeAspect="1"/>
          </p:cNvPicPr>
          <p:nvPr/>
        </p:nvPicPr>
        <p:blipFill>
          <a:blip r:embed="rId4">
            <a:extLst>
              <a:ext uri="{837473B0-CC2E-450A-ABE3-18F120FF3D39}">
                <a1611:picAttrSrcUrl xmlns:a1611="http://schemas.microsoft.com/office/drawing/2016/11/main" r:id="rId5"/>
              </a:ext>
            </a:extLst>
          </a:blip>
          <a:srcRect/>
          <a:stretch/>
        </p:blipFill>
        <p:spPr>
          <a:xfrm>
            <a:off x="7497535" y="2857500"/>
            <a:ext cx="3429000" cy="1143000"/>
          </a:xfrm>
          <a:prstGeom prst="rect">
            <a:avLst/>
          </a:prstGeom>
        </p:spPr>
      </p:pic>
      <p:sp>
        <p:nvSpPr>
          <p:cNvPr id="4" name="TextBox 3">
            <a:extLst>
              <a:ext uri="{FF2B5EF4-FFF2-40B4-BE49-F238E27FC236}">
                <a16:creationId xmlns:a16="http://schemas.microsoft.com/office/drawing/2014/main" id="{EF7E2D83-F16E-8358-1F08-32DAB08BDA4F}"/>
              </a:ext>
            </a:extLst>
          </p:cNvPr>
          <p:cNvSpPr txBox="1"/>
          <p:nvPr/>
        </p:nvSpPr>
        <p:spPr>
          <a:xfrm>
            <a:off x="574838" y="1729458"/>
            <a:ext cx="6974824"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IEEE definition of Software Engineering</a:t>
            </a:r>
          </a:p>
        </p:txBody>
      </p:sp>
      <p:sp>
        <p:nvSpPr>
          <p:cNvPr id="5" name="TextBox 4">
            <a:extLst>
              <a:ext uri="{FF2B5EF4-FFF2-40B4-BE49-F238E27FC236}">
                <a16:creationId xmlns:a16="http://schemas.microsoft.com/office/drawing/2014/main" id="{2D93C027-8D9B-3096-D96E-3435D38A3C0B}"/>
              </a:ext>
            </a:extLst>
          </p:cNvPr>
          <p:cNvSpPr txBox="1"/>
          <p:nvPr/>
        </p:nvSpPr>
        <p:spPr>
          <a:xfrm>
            <a:off x="7497535" y="4146605"/>
            <a:ext cx="3429000" cy="230832"/>
          </a:xfrm>
          <a:prstGeom prst="rect">
            <a:avLst/>
          </a:prstGeom>
          <a:noFill/>
        </p:spPr>
        <p:txBody>
          <a:bodyPr wrap="square" rtlCol="0">
            <a:spAutoFit/>
          </a:bodyPr>
          <a:lstStyle/>
          <a:p>
            <a:r>
              <a:rPr lang="en-US" sz="900" dirty="0"/>
              <a:t>by Unknown Author is licensed under</a:t>
            </a:r>
          </a:p>
        </p:txBody>
      </p:sp>
    </p:spTree>
    <p:extLst>
      <p:ext uri="{BB962C8B-B14F-4D97-AF65-F5344CB8AC3E}">
        <p14:creationId xmlns:p14="http://schemas.microsoft.com/office/powerpoint/2010/main" val="32944745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7EE5F-EC46-4B02-5291-A40DCDB22B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149069F-E3CA-F7D3-56F8-587E85C36E1B}"/>
              </a:ext>
            </a:extLst>
          </p:cNvPr>
          <p:cNvSpPr txBox="1"/>
          <p:nvPr/>
        </p:nvSpPr>
        <p:spPr>
          <a:xfrm>
            <a:off x="1574358" y="2949934"/>
            <a:ext cx="4248984" cy="1107996"/>
          </a:xfrm>
          <a:prstGeom prst="rect">
            <a:avLst/>
          </a:prstGeom>
          <a:noFill/>
        </p:spPr>
        <p:txBody>
          <a:bodyPr wrap="non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Writing Code vs Building Systems</a:t>
            </a:r>
          </a:p>
          <a:p>
            <a:pPr marL="285750" indent="-285750">
              <a:buFont typeface="Arial" panose="020B0604020202020204" pitchFamily="34" charset="0"/>
              <a:buChar char="•"/>
            </a:pPr>
            <a:r>
              <a:rPr lang="en-US" sz="2200" dirty="0">
                <a:solidFill>
                  <a:schemeClr val="bg1"/>
                </a:solidFill>
                <a:latin typeface="Oak Sans" pitchFamily="2" charset="77"/>
              </a:rPr>
              <a:t>Scale, teams, longevity and risk</a:t>
            </a:r>
          </a:p>
          <a:p>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3E4DEA44-9159-2923-FC97-D3169A7E4ADF}"/>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Software Engineering is Not Programming</a:t>
            </a:r>
          </a:p>
        </p:txBody>
      </p:sp>
    </p:spTree>
    <p:extLst>
      <p:ext uri="{BB962C8B-B14F-4D97-AF65-F5344CB8AC3E}">
        <p14:creationId xmlns:p14="http://schemas.microsoft.com/office/powerpoint/2010/main" val="39186306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DB25A-FBEC-2AFF-14DB-F8FE55464B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2DD7BE3-E4BE-82CF-B7DF-4FD7C6F51A32}"/>
              </a:ext>
            </a:extLst>
          </p:cNvPr>
          <p:cNvSpPr txBox="1"/>
          <p:nvPr/>
        </p:nvSpPr>
        <p:spPr>
          <a:xfrm>
            <a:off x="1574358" y="2660765"/>
            <a:ext cx="8622873" cy="2831544"/>
          </a:xfrm>
          <a:prstGeom prst="rect">
            <a:avLst/>
          </a:prstGeom>
          <a:noFill/>
        </p:spPr>
        <p:txBody>
          <a:bodyPr wrap="none" rtlCol="0">
            <a:spAutoFit/>
          </a:bodyPr>
          <a:lstStyle/>
          <a:p>
            <a:r>
              <a:rPr lang="en-US" sz="2400" b="1" dirty="0">
                <a:solidFill>
                  <a:srgbClr val="97012E"/>
                </a:solidFill>
                <a:latin typeface="Druk Heavy"/>
              </a:rPr>
              <a:t>Software Fails because Humans Fail</a:t>
            </a:r>
          </a:p>
          <a:p>
            <a:pPr marL="285750" indent="-285750">
              <a:buFont typeface="Arial" panose="020B0604020202020204" pitchFamily="34" charset="0"/>
              <a:buChar char="•"/>
            </a:pPr>
            <a:r>
              <a:rPr lang="en-US" sz="2200" dirty="0">
                <a:solidFill>
                  <a:schemeClr val="bg1"/>
                </a:solidFill>
                <a:latin typeface="Oak Sans" pitchFamily="2" charset="77"/>
              </a:rPr>
              <a:t>Unclear or changing requirements (building the wrong system)</a:t>
            </a:r>
          </a:p>
          <a:p>
            <a:pPr marL="285750" indent="-285750">
              <a:buFont typeface="Arial" panose="020B0604020202020204" pitchFamily="34" charset="0"/>
              <a:buChar char="•"/>
            </a:pPr>
            <a:r>
              <a:rPr lang="en-US" sz="2200" dirty="0">
                <a:solidFill>
                  <a:schemeClr val="bg1"/>
                </a:solidFill>
                <a:latin typeface="Oak Sans" pitchFamily="2" charset="77"/>
              </a:rPr>
              <a:t>Poor system design or architectural decisions</a:t>
            </a:r>
          </a:p>
          <a:p>
            <a:pPr marL="285750" indent="-285750">
              <a:buFont typeface="Arial" panose="020B0604020202020204" pitchFamily="34" charset="0"/>
              <a:buChar char="•"/>
            </a:pPr>
            <a:r>
              <a:rPr lang="en-US" sz="2200" dirty="0">
                <a:solidFill>
                  <a:schemeClr val="bg1"/>
                </a:solidFill>
                <a:latin typeface="Oak Sans" pitchFamily="2" charset="77"/>
              </a:rPr>
              <a:t>Inadequate testing and quality assurance</a:t>
            </a:r>
          </a:p>
          <a:p>
            <a:pPr marL="285750" indent="-285750">
              <a:buFont typeface="Arial" panose="020B0604020202020204" pitchFamily="34" charset="0"/>
              <a:buChar char="•"/>
            </a:pPr>
            <a:r>
              <a:rPr lang="en-US" sz="2200" dirty="0">
                <a:solidFill>
                  <a:schemeClr val="bg1"/>
                </a:solidFill>
                <a:latin typeface="Oak Sans" pitchFamily="2" charset="77"/>
              </a:rPr>
              <a:t>Ignoring non-functional requirements (scalability, reliability, security)</a:t>
            </a:r>
          </a:p>
          <a:p>
            <a:pPr marL="285750" indent="-285750">
              <a:buFont typeface="Arial" panose="020B0604020202020204" pitchFamily="34" charset="0"/>
              <a:buChar char="•"/>
            </a:pPr>
            <a:r>
              <a:rPr lang="en-US" sz="2200" dirty="0">
                <a:solidFill>
                  <a:schemeClr val="bg1"/>
                </a:solidFill>
                <a:latin typeface="Oak Sans" pitchFamily="2" charset="77"/>
              </a:rPr>
              <a:t>Human and process issues: communication, coordination, and handoffs</a:t>
            </a:r>
          </a:p>
          <a:p>
            <a:pPr marL="285750" indent="-285750">
              <a:buFont typeface="Arial" panose="020B0604020202020204" pitchFamily="34" charset="0"/>
              <a:buChar char="•"/>
            </a:pPr>
            <a:r>
              <a:rPr lang="en-US" sz="2200" dirty="0">
                <a:solidFill>
                  <a:schemeClr val="bg1"/>
                </a:solidFill>
                <a:latin typeface="Oak Sans" pitchFamily="2" charset="77"/>
              </a:rPr>
              <a:t>Accumulated technical debt and lack of maintenance</a:t>
            </a:r>
          </a:p>
          <a:p>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49BB50E5-E33A-C711-119D-B8A84A04CD6E}"/>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Why Software Systems Fail</a:t>
            </a:r>
          </a:p>
        </p:txBody>
      </p:sp>
    </p:spTree>
    <p:extLst>
      <p:ext uri="{BB962C8B-B14F-4D97-AF65-F5344CB8AC3E}">
        <p14:creationId xmlns:p14="http://schemas.microsoft.com/office/powerpoint/2010/main" val="4258125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96A17-545A-3780-01F5-12CD8113EF2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06DCB07-8A5C-3942-8E09-959651BADC74}"/>
              </a:ext>
            </a:extLst>
          </p:cNvPr>
          <p:cNvSpPr txBox="1"/>
          <p:nvPr/>
        </p:nvSpPr>
        <p:spPr>
          <a:xfrm>
            <a:off x="1539632" y="2806675"/>
            <a:ext cx="8657600" cy="3231654"/>
          </a:xfrm>
          <a:prstGeom prst="rect">
            <a:avLst/>
          </a:prstGeom>
          <a:noFill/>
        </p:spPr>
        <p:txBody>
          <a:bodyPr wrap="square" rtlCol="0">
            <a:spAutoFit/>
          </a:bodyPr>
          <a:lstStyle/>
          <a:p>
            <a:r>
              <a:rPr lang="en-US" sz="2400" b="1" dirty="0">
                <a:solidFill>
                  <a:srgbClr val="97012E"/>
                </a:solidFill>
                <a:latin typeface="Druk Heavy"/>
              </a:rPr>
              <a:t>Denver International Airport Baggage Handling System (1990s)</a:t>
            </a:r>
          </a:p>
          <a:p>
            <a:pPr marL="285750" indent="-285750">
              <a:buFont typeface="Arial" panose="020B0604020202020204" pitchFamily="34" charset="0"/>
              <a:buChar char="•"/>
            </a:pPr>
            <a:r>
              <a:rPr lang="en-US" sz="2200" dirty="0">
                <a:solidFill>
                  <a:schemeClr val="bg1"/>
                </a:solidFill>
                <a:latin typeface="Oak Sans" pitchFamily="2" charset="77"/>
              </a:rPr>
              <a:t>The automated baggage system requirements kept changing mid-development.</a:t>
            </a:r>
          </a:p>
          <a:p>
            <a:pPr marL="285750" indent="-285750">
              <a:buFont typeface="Arial" panose="020B0604020202020204" pitchFamily="34" charset="0"/>
              <a:buChar char="•"/>
            </a:pPr>
            <a:r>
              <a:rPr lang="en-US" sz="2200" dirty="0">
                <a:solidFill>
                  <a:schemeClr val="bg1"/>
                </a:solidFill>
                <a:latin typeface="Oak Sans" pitchFamily="2" charset="77"/>
              </a:rPr>
              <a:t>The system was over-ambitious, poorly specified, and never stabilized.</a:t>
            </a:r>
          </a:p>
          <a:p>
            <a:pPr marL="285750" indent="-285750">
              <a:buFont typeface="Arial" panose="020B0604020202020204" pitchFamily="34" charset="0"/>
              <a:buChar char="•"/>
            </a:pPr>
            <a:r>
              <a:rPr lang="en-US" sz="2200" dirty="0">
                <a:solidFill>
                  <a:schemeClr val="bg1"/>
                </a:solidFill>
                <a:latin typeface="Oak Sans" pitchFamily="2" charset="77"/>
              </a:rPr>
              <a:t>Result: years of delays, massive cost overruns, and eventual abandonment.</a:t>
            </a:r>
          </a:p>
          <a:p>
            <a:pPr marL="285750" indent="-285750">
              <a:buFont typeface="Arial" panose="020B0604020202020204" pitchFamily="34" charset="0"/>
              <a:buChar char="•"/>
            </a:pPr>
            <a:endParaRPr lang="en-US" sz="2200" dirty="0">
              <a:solidFill>
                <a:schemeClr val="bg1"/>
              </a:solidFill>
              <a:latin typeface="Oak Sans" pitchFamily="2" charset="77"/>
            </a:endParaRPr>
          </a:p>
          <a:p>
            <a:r>
              <a:rPr kumimoji="0" lang="en-US" sz="2400" b="1" i="0" u="none" strike="noStrike" kern="1200" cap="none" spc="0" normalizeH="0" baseline="0" noProof="0" dirty="0">
                <a:ln>
                  <a:noFill/>
                </a:ln>
                <a:solidFill>
                  <a:srgbClr val="97012E"/>
                </a:solidFill>
                <a:effectLst/>
                <a:uLnTx/>
                <a:uFillTx/>
                <a:latin typeface="Druk Heavy"/>
                <a:ea typeface="+mn-ea"/>
                <a:cs typeface="+mn-cs"/>
              </a:rPr>
              <a:t>Lesson: If you don’t know what you’re building, code quality won’t save you.</a:t>
            </a: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98B583EB-2A2A-0625-5B60-39D764BE9210}"/>
              </a:ext>
            </a:extLst>
          </p:cNvPr>
          <p:cNvSpPr txBox="1"/>
          <p:nvPr/>
        </p:nvSpPr>
        <p:spPr>
          <a:xfrm>
            <a:off x="574838" y="1729458"/>
            <a:ext cx="10819993"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Unclear or changing requirements (building the wrong system)</a:t>
            </a:r>
          </a:p>
        </p:txBody>
      </p:sp>
    </p:spTree>
    <p:extLst>
      <p:ext uri="{BB962C8B-B14F-4D97-AF65-F5344CB8AC3E}">
        <p14:creationId xmlns:p14="http://schemas.microsoft.com/office/powerpoint/2010/main" val="1360453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CD51F-802C-63D6-02BA-2092BDF6F04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961E353-5216-9FCD-9EFE-740B0AA2CC7D}"/>
              </a:ext>
            </a:extLst>
          </p:cNvPr>
          <p:cNvSpPr txBox="1"/>
          <p:nvPr/>
        </p:nvSpPr>
        <p:spPr>
          <a:xfrm>
            <a:off x="1539632" y="2806675"/>
            <a:ext cx="8657600" cy="3231654"/>
          </a:xfrm>
          <a:prstGeom prst="rect">
            <a:avLst/>
          </a:prstGeom>
          <a:noFill/>
        </p:spPr>
        <p:txBody>
          <a:bodyPr wrap="square" rtlCol="0">
            <a:spAutoFit/>
          </a:bodyPr>
          <a:lstStyle/>
          <a:p>
            <a:r>
              <a:rPr lang="en-US" sz="2400" b="1" dirty="0">
                <a:solidFill>
                  <a:srgbClr val="97012E"/>
                </a:solidFill>
                <a:latin typeface="Druk Heavy"/>
              </a:rPr>
              <a:t>Ariane 5 Flight V88 (1996)</a:t>
            </a:r>
          </a:p>
          <a:p>
            <a:pPr marL="285750" indent="-285750">
              <a:buFont typeface="Arial" panose="020B0604020202020204" pitchFamily="34" charset="0"/>
              <a:buChar char="•"/>
            </a:pPr>
            <a:r>
              <a:rPr lang="en-US" sz="2200" dirty="0">
                <a:solidFill>
                  <a:schemeClr val="bg1"/>
                </a:solidFill>
                <a:latin typeface="Oak Sans" pitchFamily="2" charset="77"/>
              </a:rPr>
              <a:t>Reused Ariane 4 software without reconsidering system assumptions or specifically testing with newer rocket.</a:t>
            </a:r>
          </a:p>
          <a:p>
            <a:pPr marL="285750" indent="-285750">
              <a:buFont typeface="Arial" panose="020B0604020202020204" pitchFamily="34" charset="0"/>
              <a:buChar char="•"/>
            </a:pPr>
            <a:r>
              <a:rPr lang="en-US" sz="2200" dirty="0">
                <a:solidFill>
                  <a:schemeClr val="bg1"/>
                </a:solidFill>
                <a:latin typeface="Oak Sans" pitchFamily="2" charset="77"/>
              </a:rPr>
              <a:t>A data conversion overflow caused both inertial reference systems to fail.</a:t>
            </a:r>
          </a:p>
          <a:p>
            <a:pPr marL="285750" indent="-285750">
              <a:buFont typeface="Arial" panose="020B0604020202020204" pitchFamily="34" charset="0"/>
              <a:buChar char="•"/>
            </a:pPr>
            <a:r>
              <a:rPr lang="en-US" sz="2200" dirty="0">
                <a:solidFill>
                  <a:schemeClr val="bg1"/>
                </a:solidFill>
                <a:latin typeface="Oak Sans" pitchFamily="2" charset="77"/>
              </a:rPr>
              <a:t>Rocket self-destructed 37 seconds after launch (~$370M loss).</a:t>
            </a:r>
          </a:p>
          <a:p>
            <a:pPr marL="285750" indent="-285750">
              <a:buFont typeface="Arial" panose="020B0604020202020204" pitchFamily="34" charset="0"/>
              <a:buChar char="•"/>
            </a:pPr>
            <a:endParaRPr lang="en-US" sz="2200" dirty="0">
              <a:solidFill>
                <a:schemeClr val="bg1"/>
              </a:solidFill>
              <a:latin typeface="Oak Sans" pitchFamily="2" charset="77"/>
            </a:endParaRPr>
          </a:p>
          <a:p>
            <a:r>
              <a:rPr kumimoji="0" lang="en-US" sz="2400" b="1" i="0" u="none" strike="noStrike" kern="1200" cap="none" spc="0" normalizeH="0" baseline="0" noProof="0" dirty="0">
                <a:ln>
                  <a:noFill/>
                </a:ln>
                <a:solidFill>
                  <a:srgbClr val="97012E"/>
                </a:solidFill>
                <a:effectLst/>
                <a:uLnTx/>
                <a:uFillTx/>
                <a:latin typeface="Druk Heavy"/>
                <a:ea typeface="+mn-ea"/>
                <a:cs typeface="+mn-cs"/>
              </a:rPr>
              <a:t>Lesson: Correct code can work in one system but be architecturally wrong for a new or different system.</a:t>
            </a: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1C4A8219-66E7-DB44-CDD5-DB1FF99874A8}"/>
              </a:ext>
            </a:extLst>
          </p:cNvPr>
          <p:cNvSpPr txBox="1"/>
          <p:nvPr/>
        </p:nvSpPr>
        <p:spPr>
          <a:xfrm>
            <a:off x="574838" y="1729458"/>
            <a:ext cx="10819993"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Poor system design or architecture decisions</a:t>
            </a:r>
          </a:p>
        </p:txBody>
      </p:sp>
    </p:spTree>
    <p:extLst>
      <p:ext uri="{BB962C8B-B14F-4D97-AF65-F5344CB8AC3E}">
        <p14:creationId xmlns:p14="http://schemas.microsoft.com/office/powerpoint/2010/main" val="39306479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9BAC5-C120-D68D-345E-1B15EB6BC52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D87C1EA-B311-681D-E56B-8D3785E99A8A}"/>
              </a:ext>
            </a:extLst>
          </p:cNvPr>
          <p:cNvSpPr txBox="1"/>
          <p:nvPr/>
        </p:nvSpPr>
        <p:spPr>
          <a:xfrm>
            <a:off x="1539632" y="2806675"/>
            <a:ext cx="8657600" cy="2185214"/>
          </a:xfrm>
          <a:prstGeom prst="rect">
            <a:avLst/>
          </a:prstGeom>
          <a:noFill/>
        </p:spPr>
        <p:txBody>
          <a:bodyPr wrap="square" rtlCol="0">
            <a:spAutoFit/>
          </a:bodyPr>
          <a:lstStyle/>
          <a:p>
            <a:r>
              <a:rPr lang="en-US" sz="2400" b="1" dirty="0">
                <a:solidFill>
                  <a:srgbClr val="97012E"/>
                </a:solidFill>
                <a:latin typeface="Druk Heavy"/>
              </a:rPr>
              <a:t>Knight Capital Trading Loss (2012)</a:t>
            </a:r>
          </a:p>
          <a:p>
            <a:pPr marL="285750" indent="-285750">
              <a:buFont typeface="Arial" panose="020B0604020202020204" pitchFamily="34" charset="0"/>
              <a:buChar char="•"/>
            </a:pPr>
            <a:r>
              <a:rPr lang="en-US" sz="2200" dirty="0">
                <a:solidFill>
                  <a:schemeClr val="bg1"/>
                </a:solidFill>
                <a:latin typeface="Oak Sans" pitchFamily="2" charset="77"/>
              </a:rPr>
              <a:t>A dormant code path was accidentally activated in production. </a:t>
            </a:r>
          </a:p>
          <a:p>
            <a:pPr marL="285750" indent="-285750">
              <a:buFont typeface="Arial" panose="020B0604020202020204" pitchFamily="34" charset="0"/>
              <a:buChar char="•"/>
            </a:pPr>
            <a:r>
              <a:rPr lang="en-US" sz="2200" dirty="0">
                <a:solidFill>
                  <a:schemeClr val="bg1"/>
                </a:solidFill>
                <a:latin typeface="Oak Sans" pitchFamily="2" charset="77"/>
              </a:rPr>
              <a:t>Inadequate testing and deployment checks failed to catch it.</a:t>
            </a:r>
          </a:p>
          <a:p>
            <a:pPr marL="285750" indent="-285750">
              <a:buFont typeface="Arial" panose="020B0604020202020204" pitchFamily="34" charset="0"/>
              <a:buChar char="•"/>
            </a:pPr>
            <a:r>
              <a:rPr lang="en-US" sz="2200" dirty="0">
                <a:solidFill>
                  <a:schemeClr val="bg1"/>
                </a:solidFill>
                <a:latin typeface="Oak Sans" pitchFamily="2" charset="77"/>
              </a:rPr>
              <a:t>Result: $440 million lost in ~45 minutes; company nearly collapsed.</a:t>
            </a:r>
          </a:p>
          <a:p>
            <a:endParaRPr lang="en-US" sz="2200" dirty="0">
              <a:solidFill>
                <a:schemeClr val="bg1"/>
              </a:solidFill>
              <a:latin typeface="Oak Sans" pitchFamily="2" charset="77"/>
            </a:endParaRPr>
          </a:p>
          <a:p>
            <a:r>
              <a:rPr kumimoji="0" lang="en-US" sz="2400" b="1" i="0" u="none" strike="noStrike" kern="1200" cap="none" spc="0" normalizeH="0" baseline="0" noProof="0" dirty="0">
                <a:ln>
                  <a:noFill/>
                </a:ln>
                <a:solidFill>
                  <a:srgbClr val="97012E"/>
                </a:solidFill>
                <a:effectLst/>
                <a:uLnTx/>
                <a:uFillTx/>
                <a:latin typeface="Druk Heavy"/>
                <a:ea typeface="+mn-ea"/>
                <a:cs typeface="+mn-cs"/>
              </a:rPr>
              <a:t>Lesson: Untested paths are liabilities, not “inactive features.”</a:t>
            </a: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C9C85ABE-722F-D671-8705-2772554602F0}"/>
              </a:ext>
            </a:extLst>
          </p:cNvPr>
          <p:cNvSpPr txBox="1"/>
          <p:nvPr/>
        </p:nvSpPr>
        <p:spPr>
          <a:xfrm>
            <a:off x="574838" y="1729458"/>
            <a:ext cx="10819993"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Inadequate testing and quality assurance</a:t>
            </a:r>
          </a:p>
        </p:txBody>
      </p:sp>
    </p:spTree>
    <p:extLst>
      <p:ext uri="{BB962C8B-B14F-4D97-AF65-F5344CB8AC3E}">
        <p14:creationId xmlns:p14="http://schemas.microsoft.com/office/powerpoint/2010/main" val="16522520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6302B-1FD4-8A30-3D4C-4B35E47E5BD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4FB36FF-4D81-8A18-8683-0E09BCB6B2CA}"/>
              </a:ext>
            </a:extLst>
          </p:cNvPr>
          <p:cNvSpPr txBox="1"/>
          <p:nvPr/>
        </p:nvSpPr>
        <p:spPr>
          <a:xfrm>
            <a:off x="1539632" y="2806675"/>
            <a:ext cx="8657600" cy="2523768"/>
          </a:xfrm>
          <a:prstGeom prst="rect">
            <a:avLst/>
          </a:prstGeom>
          <a:noFill/>
        </p:spPr>
        <p:txBody>
          <a:bodyPr wrap="square" rtlCol="0">
            <a:spAutoFit/>
          </a:bodyPr>
          <a:lstStyle/>
          <a:p>
            <a:r>
              <a:rPr lang="en-US" sz="2400" b="1" dirty="0">
                <a:solidFill>
                  <a:srgbClr val="97012E"/>
                </a:solidFill>
                <a:latin typeface="Druk Heavy"/>
              </a:rPr>
              <a:t>Healthcare.gov Launch (2013)</a:t>
            </a:r>
          </a:p>
          <a:p>
            <a:pPr marL="285750" indent="-285750">
              <a:buFont typeface="Arial" panose="020B0604020202020204" pitchFamily="34" charset="0"/>
              <a:buChar char="•"/>
            </a:pPr>
            <a:r>
              <a:rPr lang="en-US" sz="2200" dirty="0">
                <a:solidFill>
                  <a:schemeClr val="bg1"/>
                </a:solidFill>
                <a:latin typeface="Oak Sans" pitchFamily="2" charset="77"/>
              </a:rPr>
              <a:t>System technically “worked” in small tests but collapsed under real traffic.</a:t>
            </a:r>
          </a:p>
          <a:p>
            <a:pPr marL="285750" indent="-285750">
              <a:buFont typeface="Arial" panose="020B0604020202020204" pitchFamily="34" charset="0"/>
              <a:buChar char="•"/>
            </a:pPr>
            <a:r>
              <a:rPr lang="en-US" sz="2200" dirty="0">
                <a:solidFill>
                  <a:schemeClr val="bg1"/>
                </a:solidFill>
                <a:latin typeface="Oak Sans" pitchFamily="2" charset="77"/>
              </a:rPr>
              <a:t>Scalability, load handling, and resilience were afterthoughts.</a:t>
            </a:r>
          </a:p>
          <a:p>
            <a:pPr marL="285750" indent="-285750">
              <a:buFont typeface="Arial" panose="020B0604020202020204" pitchFamily="34" charset="0"/>
              <a:buChar char="•"/>
            </a:pPr>
            <a:r>
              <a:rPr lang="en-US" sz="2200" dirty="0">
                <a:solidFill>
                  <a:schemeClr val="bg1"/>
                </a:solidFill>
                <a:latin typeface="Oak Sans" pitchFamily="2" charset="77"/>
              </a:rPr>
              <a:t>Result: site unusable at launch; emergency rebuild required.</a:t>
            </a:r>
          </a:p>
          <a:p>
            <a:endParaRPr lang="en-US" sz="2200" dirty="0">
              <a:solidFill>
                <a:schemeClr val="bg1"/>
              </a:solidFill>
              <a:latin typeface="Oak Sans" pitchFamily="2" charset="77"/>
            </a:endParaRPr>
          </a:p>
          <a:p>
            <a:r>
              <a:rPr kumimoji="0" lang="en-US" sz="2400" b="1" i="0" u="none" strike="noStrike" kern="1200" cap="none" spc="0" normalizeH="0" baseline="0" noProof="0" dirty="0">
                <a:ln>
                  <a:noFill/>
                </a:ln>
                <a:solidFill>
                  <a:srgbClr val="97012E"/>
                </a:solidFill>
                <a:effectLst/>
                <a:uLnTx/>
                <a:uFillTx/>
                <a:latin typeface="Druk Heavy"/>
                <a:ea typeface="+mn-ea"/>
                <a:cs typeface="+mn-cs"/>
              </a:rPr>
              <a:t>Lesson: A system that works once is not a working system.</a:t>
            </a: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6FFC167D-B867-4EBE-A492-BDDEBAABEAD7}"/>
              </a:ext>
            </a:extLst>
          </p:cNvPr>
          <p:cNvSpPr txBox="1"/>
          <p:nvPr/>
        </p:nvSpPr>
        <p:spPr>
          <a:xfrm>
            <a:off x="574838" y="1729458"/>
            <a:ext cx="10819993" cy="1077218"/>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Ignoring non-functional requirements (scalability, reliability, security)</a:t>
            </a:r>
          </a:p>
        </p:txBody>
      </p:sp>
    </p:spTree>
    <p:extLst>
      <p:ext uri="{BB962C8B-B14F-4D97-AF65-F5344CB8AC3E}">
        <p14:creationId xmlns:p14="http://schemas.microsoft.com/office/powerpoint/2010/main" val="40916565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C9641-5424-556E-3DF3-8AE3E8EC878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684E4D0-F66B-4FCD-7854-4BCDF52BD8C5}"/>
              </a:ext>
            </a:extLst>
          </p:cNvPr>
          <p:cNvSpPr txBox="1"/>
          <p:nvPr/>
        </p:nvSpPr>
        <p:spPr>
          <a:xfrm>
            <a:off x="1539632" y="2806675"/>
            <a:ext cx="8657600" cy="2893100"/>
          </a:xfrm>
          <a:prstGeom prst="rect">
            <a:avLst/>
          </a:prstGeom>
          <a:noFill/>
        </p:spPr>
        <p:txBody>
          <a:bodyPr wrap="square" rtlCol="0">
            <a:spAutoFit/>
          </a:bodyPr>
          <a:lstStyle/>
          <a:p>
            <a:r>
              <a:rPr lang="en-US" sz="2400" b="1" dirty="0">
                <a:solidFill>
                  <a:srgbClr val="97012E"/>
                </a:solidFill>
                <a:latin typeface="Druk Heavy"/>
              </a:rPr>
              <a:t>Mars Climate Orbiter (1999)</a:t>
            </a:r>
          </a:p>
          <a:p>
            <a:pPr marL="342900" indent="-342900">
              <a:buFont typeface="Arial" panose="020B0604020202020204" pitchFamily="34" charset="0"/>
              <a:buChar char="•"/>
            </a:pPr>
            <a:r>
              <a:rPr lang="en-US" sz="2200" dirty="0">
                <a:solidFill>
                  <a:schemeClr val="bg1"/>
                </a:solidFill>
                <a:latin typeface="Oak Sans" pitchFamily="2" charset="77"/>
              </a:rPr>
              <a:t>One team used imperial units; another used metric units.</a:t>
            </a:r>
          </a:p>
          <a:p>
            <a:pPr marL="342900" indent="-342900">
              <a:buFont typeface="Arial" panose="020B0604020202020204" pitchFamily="34" charset="0"/>
              <a:buChar char="•"/>
            </a:pPr>
            <a:r>
              <a:rPr lang="en-US" sz="2200" dirty="0">
                <a:solidFill>
                  <a:schemeClr val="bg1"/>
                </a:solidFill>
                <a:latin typeface="Oak Sans" pitchFamily="2" charset="77"/>
              </a:rPr>
              <a:t>No system-level checks caught the mismatch.</a:t>
            </a:r>
          </a:p>
          <a:p>
            <a:pPr marL="342900" indent="-342900">
              <a:buFont typeface="Arial" panose="020B0604020202020204" pitchFamily="34" charset="0"/>
              <a:buChar char="•"/>
            </a:pPr>
            <a:r>
              <a:rPr lang="en-US" sz="2200" dirty="0">
                <a:solidFill>
                  <a:schemeClr val="bg1"/>
                </a:solidFill>
                <a:latin typeface="Oak Sans" pitchFamily="2" charset="77"/>
              </a:rPr>
              <a:t>Spacecraft burned up in Mars’ atmosphere resulting in a loss of ~$125M.</a:t>
            </a:r>
          </a:p>
          <a:p>
            <a:pPr marL="342900" indent="-342900">
              <a:buFont typeface="Arial" panose="020B0604020202020204" pitchFamily="34" charset="0"/>
              <a:buChar char="•"/>
            </a:pPr>
            <a:endParaRPr lang="en-US" sz="2200" dirty="0">
              <a:solidFill>
                <a:schemeClr val="bg1"/>
              </a:solidFill>
              <a:latin typeface="Oak Sans" pitchFamily="2" charset="77"/>
            </a:endParaRPr>
          </a:p>
          <a:p>
            <a:r>
              <a:rPr kumimoji="0" lang="en-US" sz="2400" b="1" i="0" u="none" strike="noStrike" kern="1200" cap="none" spc="0" normalizeH="0" baseline="0" noProof="0" dirty="0">
                <a:ln>
                  <a:noFill/>
                </a:ln>
                <a:solidFill>
                  <a:srgbClr val="97012E"/>
                </a:solidFill>
                <a:effectLst/>
                <a:uLnTx/>
                <a:uFillTx/>
                <a:latin typeface="Druk Heavy"/>
                <a:ea typeface="+mn-ea"/>
                <a:cs typeface="+mn-cs"/>
              </a:rPr>
              <a:t>Lesson: Software systems fail at team boundaries, not just code boundaries.</a:t>
            </a: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16C1E9CB-347F-316B-B210-88E59041D805}"/>
              </a:ext>
            </a:extLst>
          </p:cNvPr>
          <p:cNvSpPr txBox="1"/>
          <p:nvPr/>
        </p:nvSpPr>
        <p:spPr>
          <a:xfrm>
            <a:off x="574838" y="1729458"/>
            <a:ext cx="10819993" cy="1077218"/>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Human and process issues: communication, coordination, and handoffs</a:t>
            </a:r>
          </a:p>
        </p:txBody>
      </p:sp>
    </p:spTree>
    <p:extLst>
      <p:ext uri="{BB962C8B-B14F-4D97-AF65-F5344CB8AC3E}">
        <p14:creationId xmlns:p14="http://schemas.microsoft.com/office/powerpoint/2010/main" val="31841665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6358E-93BC-C8C5-9222-C87BD9F5BFF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A738EA7-638E-8BFF-CD53-3CA968A559E2}"/>
              </a:ext>
            </a:extLst>
          </p:cNvPr>
          <p:cNvSpPr txBox="1"/>
          <p:nvPr/>
        </p:nvSpPr>
        <p:spPr>
          <a:xfrm>
            <a:off x="1539632" y="2806675"/>
            <a:ext cx="8657600" cy="2893100"/>
          </a:xfrm>
          <a:prstGeom prst="rect">
            <a:avLst/>
          </a:prstGeom>
          <a:noFill/>
        </p:spPr>
        <p:txBody>
          <a:bodyPr wrap="square" rtlCol="0">
            <a:spAutoFit/>
          </a:bodyPr>
          <a:lstStyle/>
          <a:p>
            <a:r>
              <a:rPr lang="en-US" sz="2400" b="1" dirty="0">
                <a:solidFill>
                  <a:srgbClr val="97012E"/>
                </a:solidFill>
                <a:latin typeface="Druk Heavy"/>
              </a:rPr>
              <a:t>Equifax Data Breach (2017)</a:t>
            </a:r>
          </a:p>
          <a:p>
            <a:pPr marL="342900" indent="-342900">
              <a:buFont typeface="Arial" panose="020B0604020202020204" pitchFamily="34" charset="0"/>
              <a:buChar char="•"/>
            </a:pPr>
            <a:r>
              <a:rPr lang="en-US" sz="2200" dirty="0">
                <a:solidFill>
                  <a:schemeClr val="bg1"/>
                </a:solidFill>
                <a:latin typeface="Oak Sans" pitchFamily="2" charset="77"/>
              </a:rPr>
              <a:t>A known Apache Struts vulnerability was not patched.</a:t>
            </a:r>
          </a:p>
          <a:p>
            <a:pPr marL="342900" indent="-342900">
              <a:buFont typeface="Arial" panose="020B0604020202020204" pitchFamily="34" charset="0"/>
              <a:buChar char="•"/>
            </a:pPr>
            <a:r>
              <a:rPr lang="en-US" sz="2200" dirty="0">
                <a:solidFill>
                  <a:schemeClr val="bg1"/>
                </a:solidFill>
                <a:latin typeface="Oak Sans" pitchFamily="2" charset="77"/>
              </a:rPr>
              <a:t>Outdated systems and poor maintenance practices left the system exposed.</a:t>
            </a:r>
          </a:p>
          <a:p>
            <a:pPr marL="342900" indent="-342900">
              <a:buFont typeface="Arial" panose="020B0604020202020204" pitchFamily="34" charset="0"/>
              <a:buChar char="•"/>
            </a:pPr>
            <a:r>
              <a:rPr lang="en-US" sz="2200" dirty="0">
                <a:solidFill>
                  <a:schemeClr val="bg1"/>
                </a:solidFill>
                <a:latin typeface="Oak Sans" pitchFamily="2" charset="77"/>
              </a:rPr>
              <a:t>Result: personal data of ~147 million people compromised.</a:t>
            </a:r>
          </a:p>
          <a:p>
            <a:pPr marL="342900" indent="-342900">
              <a:buFont typeface="Arial" panose="020B0604020202020204" pitchFamily="34" charset="0"/>
              <a:buChar char="•"/>
            </a:pPr>
            <a:endParaRPr lang="en-US" sz="2200" dirty="0">
              <a:solidFill>
                <a:schemeClr val="bg1"/>
              </a:solidFill>
              <a:latin typeface="Oak Sans" pitchFamily="2" charset="77"/>
            </a:endParaRPr>
          </a:p>
          <a:p>
            <a:r>
              <a:rPr kumimoji="0" lang="en-US" sz="2400" b="1" i="0" u="none" strike="noStrike" kern="1200" cap="none" spc="0" normalizeH="0" baseline="0" noProof="0" dirty="0">
                <a:ln>
                  <a:noFill/>
                </a:ln>
                <a:solidFill>
                  <a:srgbClr val="97012E"/>
                </a:solidFill>
                <a:effectLst/>
                <a:uLnTx/>
                <a:uFillTx/>
                <a:latin typeface="Druk Heavy"/>
                <a:ea typeface="+mn-ea"/>
                <a:cs typeface="+mn-cs"/>
              </a:rPr>
              <a:t>Lesson: Neglected software doesn’t just degrade—it becomes dangerous.</a:t>
            </a: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7AFF336E-C67E-B4C0-D4E1-694F7D7302E2}"/>
              </a:ext>
            </a:extLst>
          </p:cNvPr>
          <p:cNvSpPr txBox="1"/>
          <p:nvPr/>
        </p:nvSpPr>
        <p:spPr>
          <a:xfrm>
            <a:off x="574838" y="1729458"/>
            <a:ext cx="10819993"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Accumulated technical debt and lack of maintenance</a:t>
            </a:r>
          </a:p>
        </p:txBody>
      </p:sp>
    </p:spTree>
    <p:extLst>
      <p:ext uri="{BB962C8B-B14F-4D97-AF65-F5344CB8AC3E}">
        <p14:creationId xmlns:p14="http://schemas.microsoft.com/office/powerpoint/2010/main" val="9036918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C6A38-8614-67E5-48CE-E6473C17913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1F033D9-BA4C-1091-E5FD-F601F12603BE}"/>
              </a:ext>
            </a:extLst>
          </p:cNvPr>
          <p:cNvSpPr txBox="1"/>
          <p:nvPr/>
        </p:nvSpPr>
        <p:spPr>
          <a:xfrm>
            <a:off x="1574358" y="2949934"/>
            <a:ext cx="7707665" cy="1446550"/>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Complexity</a:t>
            </a:r>
          </a:p>
          <a:p>
            <a:pPr marL="285750" indent="-285750">
              <a:buFont typeface="Arial" panose="020B0604020202020204" pitchFamily="34" charset="0"/>
              <a:buChar char="•"/>
            </a:pPr>
            <a:r>
              <a:rPr lang="en-US" sz="2200" dirty="0">
                <a:solidFill>
                  <a:schemeClr val="bg1"/>
                </a:solidFill>
                <a:latin typeface="Oak Sans" pitchFamily="2" charset="77"/>
              </a:rPr>
              <a:t>Changeability</a:t>
            </a:r>
          </a:p>
          <a:p>
            <a:pPr marL="285750" indent="-285750">
              <a:buFont typeface="Arial" panose="020B0604020202020204" pitchFamily="34" charset="0"/>
              <a:buChar char="•"/>
            </a:pPr>
            <a:r>
              <a:rPr lang="en-US" sz="2200" dirty="0">
                <a:solidFill>
                  <a:schemeClr val="bg1"/>
                </a:solidFill>
                <a:latin typeface="Oak Sans" pitchFamily="2" charset="77"/>
              </a:rPr>
              <a:t>Invisibility</a:t>
            </a:r>
          </a:p>
          <a:p>
            <a:pPr marL="285750" indent="-285750">
              <a:buFont typeface="Arial" panose="020B0604020202020204" pitchFamily="34" charset="0"/>
              <a:buChar char="•"/>
            </a:pPr>
            <a:r>
              <a:rPr lang="en-US" sz="2200" dirty="0">
                <a:solidFill>
                  <a:schemeClr val="bg1"/>
                </a:solidFill>
                <a:latin typeface="Oak Sans" pitchFamily="2" charset="77"/>
              </a:rPr>
              <a:t>Conformity</a:t>
            </a:r>
          </a:p>
        </p:txBody>
      </p:sp>
      <p:sp>
        <p:nvSpPr>
          <p:cNvPr id="3" name="TextBox 2">
            <a:extLst>
              <a:ext uri="{FF2B5EF4-FFF2-40B4-BE49-F238E27FC236}">
                <a16:creationId xmlns:a16="http://schemas.microsoft.com/office/drawing/2014/main" id="{90B7922F-2E1D-3824-90DA-D5977E65701E}"/>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Characteristics of Software Systems</a:t>
            </a:r>
          </a:p>
        </p:txBody>
      </p:sp>
    </p:spTree>
    <p:extLst>
      <p:ext uri="{BB962C8B-B14F-4D97-AF65-F5344CB8AC3E}">
        <p14:creationId xmlns:p14="http://schemas.microsoft.com/office/powerpoint/2010/main" val="30545572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EEAB5-E5C5-9180-996C-B68C5C07A77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B0CBD7C-6BDC-ECF6-278C-7588AEE725F9}"/>
              </a:ext>
            </a:extLst>
          </p:cNvPr>
          <p:cNvSpPr txBox="1"/>
          <p:nvPr/>
        </p:nvSpPr>
        <p:spPr>
          <a:xfrm>
            <a:off x="1558727" y="2660764"/>
            <a:ext cx="7707665" cy="3477875"/>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Software systems have many interacting components and states</a:t>
            </a:r>
          </a:p>
          <a:p>
            <a:pPr marL="285750" indent="-285750">
              <a:buFont typeface="Arial" panose="020B0604020202020204" pitchFamily="34" charset="0"/>
              <a:buChar char="•"/>
            </a:pPr>
            <a:r>
              <a:rPr lang="en-US" sz="2200" dirty="0">
                <a:solidFill>
                  <a:schemeClr val="bg1"/>
                </a:solidFill>
                <a:latin typeface="Oak Sans" pitchFamily="2" charset="77"/>
              </a:rPr>
              <a:t>Small changes can have non-obvious ripple effects</a:t>
            </a:r>
          </a:p>
          <a:p>
            <a:pPr marL="285750" indent="-285750">
              <a:buFont typeface="Arial" panose="020B0604020202020204" pitchFamily="34" charset="0"/>
              <a:buChar char="•"/>
            </a:pPr>
            <a:r>
              <a:rPr lang="en-US" sz="2200" dirty="0">
                <a:solidFill>
                  <a:schemeClr val="bg1"/>
                </a:solidFill>
                <a:latin typeface="Oak Sans" pitchFamily="2" charset="77"/>
              </a:rPr>
              <a:t>Complexity grows faster than system size (features × interactions)</a:t>
            </a:r>
          </a:p>
          <a:p>
            <a:endParaRPr lang="en-US" sz="2200" dirty="0">
              <a:solidFill>
                <a:schemeClr val="bg1"/>
              </a:solidFill>
              <a:latin typeface="Oak Sans" pitchFamily="2" charset="77"/>
            </a:endParaRPr>
          </a:p>
          <a:p>
            <a:r>
              <a:rPr lang="en-US" sz="2200" dirty="0">
                <a:solidFill>
                  <a:schemeClr val="bg1"/>
                </a:solidFill>
                <a:latin typeface="Oak Sans" pitchFamily="2" charset="77"/>
              </a:rPr>
              <a:t>Why it matters:</a:t>
            </a:r>
          </a:p>
          <a:p>
            <a:pPr marL="800100" lvl="1" indent="-342900">
              <a:buFont typeface="Arial" panose="020B0604020202020204" pitchFamily="34" charset="0"/>
              <a:buChar char="•"/>
            </a:pPr>
            <a:r>
              <a:rPr lang="en-US" sz="2200" dirty="0">
                <a:solidFill>
                  <a:schemeClr val="bg1"/>
                </a:solidFill>
                <a:latin typeface="Oak Sans" pitchFamily="2" charset="77"/>
              </a:rPr>
              <a:t>Harder to understand, test, debug, and reason about than physical systems</a:t>
            </a:r>
          </a:p>
          <a:p>
            <a:pPr marL="800100" lvl="1" indent="-342900">
              <a:buFont typeface="Arial" panose="020B0604020202020204" pitchFamily="34" charset="0"/>
              <a:buChar char="•"/>
            </a:pPr>
            <a:r>
              <a:rPr lang="en-US" sz="2200" dirty="0">
                <a:solidFill>
                  <a:schemeClr val="bg1"/>
                </a:solidFill>
                <a:latin typeface="Oak Sans" pitchFamily="2" charset="77"/>
              </a:rPr>
              <a:t>Primary driver of defects and failures</a:t>
            </a:r>
          </a:p>
        </p:txBody>
      </p:sp>
      <p:sp>
        <p:nvSpPr>
          <p:cNvPr id="3" name="TextBox 2">
            <a:extLst>
              <a:ext uri="{FF2B5EF4-FFF2-40B4-BE49-F238E27FC236}">
                <a16:creationId xmlns:a16="http://schemas.microsoft.com/office/drawing/2014/main" id="{22FAFF49-D897-F3D2-85D3-FA31EE8174C3}"/>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Complexity</a:t>
            </a:r>
          </a:p>
        </p:txBody>
      </p:sp>
    </p:spTree>
    <p:extLst>
      <p:ext uri="{BB962C8B-B14F-4D97-AF65-F5344CB8AC3E}">
        <p14:creationId xmlns:p14="http://schemas.microsoft.com/office/powerpoint/2010/main" val="348331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E5FF1-4652-FFFF-96E5-2C82ADBDF24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AFF765-55D0-68FD-585C-3435B813E5C3}"/>
              </a:ext>
            </a:extLst>
          </p:cNvPr>
          <p:cNvSpPr txBox="1"/>
          <p:nvPr/>
        </p:nvSpPr>
        <p:spPr>
          <a:xfrm>
            <a:off x="1558727" y="2660764"/>
            <a:ext cx="7707665" cy="2462213"/>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Software is expected to evolve continuously after deployment</a:t>
            </a:r>
          </a:p>
          <a:p>
            <a:pPr marL="285750" indent="-285750">
              <a:buFont typeface="Arial" panose="020B0604020202020204" pitchFamily="34" charset="0"/>
              <a:buChar char="•"/>
            </a:pPr>
            <a:r>
              <a:rPr lang="en-US" sz="2200" dirty="0">
                <a:solidFill>
                  <a:schemeClr val="bg1"/>
                </a:solidFill>
                <a:latin typeface="Oak Sans" pitchFamily="2" charset="77"/>
              </a:rPr>
              <a:t>Requirements, environments, users, and regulations change</a:t>
            </a:r>
          </a:p>
          <a:p>
            <a:pPr marL="285750" indent="-285750">
              <a:buFont typeface="Arial" panose="020B0604020202020204" pitchFamily="34" charset="0"/>
              <a:buChar char="•"/>
            </a:pPr>
            <a:r>
              <a:rPr lang="en-US" sz="2200" dirty="0">
                <a:solidFill>
                  <a:schemeClr val="bg1"/>
                </a:solidFill>
                <a:latin typeface="Oak Sans" pitchFamily="2" charset="77"/>
              </a:rPr>
              <a:t>“Finished” software is usually obsolete software</a:t>
            </a:r>
          </a:p>
          <a:p>
            <a:pPr marL="285750" indent="-285750">
              <a:buFont typeface="Arial" panose="020B0604020202020204" pitchFamily="34" charset="0"/>
              <a:buChar char="•"/>
            </a:pPr>
            <a:endParaRPr lang="en-US" sz="2200" dirty="0">
              <a:solidFill>
                <a:schemeClr val="bg1"/>
              </a:solidFill>
              <a:latin typeface="Oak Sans" pitchFamily="2" charset="77"/>
            </a:endParaRPr>
          </a:p>
          <a:p>
            <a:r>
              <a:rPr lang="en-US" sz="2200" dirty="0">
                <a:solidFill>
                  <a:schemeClr val="bg1"/>
                </a:solidFill>
                <a:latin typeface="Oak Sans" pitchFamily="2" charset="77"/>
              </a:rPr>
              <a:t>Why it matters:</a:t>
            </a:r>
          </a:p>
          <a:p>
            <a:pPr marL="800100" lvl="1" indent="-342900">
              <a:buFont typeface="Arial" panose="020B0604020202020204" pitchFamily="34" charset="0"/>
              <a:buChar char="•"/>
            </a:pPr>
            <a:r>
              <a:rPr lang="en-US" sz="2200" dirty="0">
                <a:solidFill>
                  <a:schemeClr val="bg1"/>
                </a:solidFill>
                <a:latin typeface="Oak Sans" pitchFamily="2" charset="77"/>
              </a:rPr>
              <a:t>Design must anticipate change</a:t>
            </a:r>
          </a:p>
          <a:p>
            <a:pPr marL="800100" lvl="1" indent="-342900">
              <a:buFont typeface="Arial" panose="020B0604020202020204" pitchFamily="34" charset="0"/>
              <a:buChar char="•"/>
            </a:pPr>
            <a:r>
              <a:rPr lang="en-US" sz="2200" dirty="0">
                <a:solidFill>
                  <a:schemeClr val="bg1"/>
                </a:solidFill>
                <a:latin typeface="Oak Sans" pitchFamily="2" charset="77"/>
              </a:rPr>
              <a:t>Maintainability often matters more than initial correctness</a:t>
            </a:r>
          </a:p>
        </p:txBody>
      </p:sp>
      <p:sp>
        <p:nvSpPr>
          <p:cNvPr id="3" name="TextBox 2">
            <a:extLst>
              <a:ext uri="{FF2B5EF4-FFF2-40B4-BE49-F238E27FC236}">
                <a16:creationId xmlns:a16="http://schemas.microsoft.com/office/drawing/2014/main" id="{935BE066-AABE-13EC-E44F-97B4055FC276}"/>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Changeability</a:t>
            </a:r>
          </a:p>
        </p:txBody>
      </p:sp>
    </p:spTree>
    <p:extLst>
      <p:ext uri="{BB962C8B-B14F-4D97-AF65-F5344CB8AC3E}">
        <p14:creationId xmlns:p14="http://schemas.microsoft.com/office/powerpoint/2010/main" val="6278477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A5338-F7B9-5C86-0A0F-C9DB69C87E3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D46F3A8-777D-DE36-2A1A-8665B2F6651E}"/>
              </a:ext>
            </a:extLst>
          </p:cNvPr>
          <p:cNvSpPr txBox="1"/>
          <p:nvPr/>
        </p:nvSpPr>
        <p:spPr>
          <a:xfrm>
            <a:off x="1558727" y="2660764"/>
            <a:ext cx="7707665" cy="3139321"/>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Software has no physical form – no natural visual presentation</a:t>
            </a:r>
          </a:p>
          <a:p>
            <a:pPr marL="285750" indent="-285750">
              <a:buFont typeface="Arial" panose="020B0604020202020204" pitchFamily="34" charset="0"/>
              <a:buChar char="•"/>
            </a:pPr>
            <a:r>
              <a:rPr lang="en-US" sz="2200" dirty="0">
                <a:solidFill>
                  <a:schemeClr val="bg1"/>
                </a:solidFill>
                <a:latin typeface="Oak Sans" pitchFamily="2" charset="77"/>
              </a:rPr>
              <a:t>Architecture, dependencies, and data flow are abstract</a:t>
            </a:r>
          </a:p>
          <a:p>
            <a:pPr marL="285750" indent="-285750">
              <a:buFont typeface="Arial" panose="020B0604020202020204" pitchFamily="34" charset="0"/>
              <a:buChar char="•"/>
            </a:pPr>
            <a:r>
              <a:rPr lang="en-US" sz="2200" dirty="0">
                <a:solidFill>
                  <a:schemeClr val="bg1"/>
                </a:solidFill>
                <a:latin typeface="Oak Sans" pitchFamily="2" charset="77"/>
              </a:rPr>
              <a:t>Hard to “see” progress, structure, or decay</a:t>
            </a:r>
          </a:p>
          <a:p>
            <a:pPr marL="285750" indent="-285750">
              <a:buFont typeface="Arial" panose="020B0604020202020204" pitchFamily="34" charset="0"/>
              <a:buChar char="•"/>
            </a:pPr>
            <a:endParaRPr lang="en-US" sz="2200" dirty="0">
              <a:solidFill>
                <a:schemeClr val="bg1"/>
              </a:solidFill>
              <a:latin typeface="Oak Sans" pitchFamily="2" charset="77"/>
            </a:endParaRPr>
          </a:p>
          <a:p>
            <a:r>
              <a:rPr lang="en-US" sz="2200" dirty="0">
                <a:solidFill>
                  <a:schemeClr val="bg1"/>
                </a:solidFill>
                <a:latin typeface="Oak Sans" pitchFamily="2" charset="77"/>
              </a:rPr>
              <a:t>Why it matters:</a:t>
            </a:r>
          </a:p>
          <a:p>
            <a:pPr marL="800100" lvl="1" indent="-342900">
              <a:buFont typeface="Arial" panose="020B0604020202020204" pitchFamily="34" charset="0"/>
              <a:buChar char="•"/>
            </a:pPr>
            <a:r>
              <a:rPr lang="en-US" sz="2200" dirty="0">
                <a:solidFill>
                  <a:schemeClr val="bg1"/>
                </a:solidFill>
                <a:latin typeface="Oak Sans" pitchFamily="2" charset="77"/>
              </a:rPr>
              <a:t>Makes estimation, communication, and management difficult</a:t>
            </a:r>
          </a:p>
          <a:p>
            <a:pPr marL="800100" lvl="1" indent="-342900">
              <a:buFont typeface="Arial" panose="020B0604020202020204" pitchFamily="34" charset="0"/>
              <a:buChar char="•"/>
            </a:pPr>
            <a:r>
              <a:rPr lang="en-US" sz="2200" dirty="0">
                <a:solidFill>
                  <a:schemeClr val="bg1"/>
                </a:solidFill>
                <a:latin typeface="Oak Sans" pitchFamily="2" charset="77"/>
              </a:rPr>
              <a:t>Increases reliance on documentation, diagrams, and shared understanding</a:t>
            </a:r>
          </a:p>
        </p:txBody>
      </p:sp>
      <p:sp>
        <p:nvSpPr>
          <p:cNvPr id="3" name="TextBox 2">
            <a:extLst>
              <a:ext uri="{FF2B5EF4-FFF2-40B4-BE49-F238E27FC236}">
                <a16:creationId xmlns:a16="http://schemas.microsoft.com/office/drawing/2014/main" id="{83AF35FA-13FC-0401-585B-24529BB80F83}"/>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Invisibility</a:t>
            </a:r>
          </a:p>
        </p:txBody>
      </p:sp>
    </p:spTree>
    <p:extLst>
      <p:ext uri="{BB962C8B-B14F-4D97-AF65-F5344CB8AC3E}">
        <p14:creationId xmlns:p14="http://schemas.microsoft.com/office/powerpoint/2010/main" val="4002891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D33F2-6FD6-04DB-190A-1A2C8B08D6F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60E20B7-8758-BEA9-CF2F-046B96E899CC}"/>
              </a:ext>
            </a:extLst>
          </p:cNvPr>
          <p:cNvSpPr txBox="1"/>
          <p:nvPr/>
        </p:nvSpPr>
        <p:spPr>
          <a:xfrm>
            <a:off x="1618062" y="2466276"/>
            <a:ext cx="7707665" cy="3816429"/>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Software must conform to external constraints:</a:t>
            </a:r>
          </a:p>
          <a:p>
            <a:pPr marL="742950" lvl="1" indent="-285750">
              <a:buFont typeface="Arial" panose="020B0604020202020204" pitchFamily="34" charset="0"/>
              <a:buChar char="•"/>
            </a:pPr>
            <a:r>
              <a:rPr lang="en-US" sz="2200" dirty="0">
                <a:solidFill>
                  <a:schemeClr val="bg1"/>
                </a:solidFill>
                <a:latin typeface="Oak Sans" pitchFamily="2" charset="77"/>
              </a:rPr>
              <a:t>Hardware</a:t>
            </a:r>
          </a:p>
          <a:p>
            <a:pPr marL="742950" lvl="1" indent="-285750">
              <a:buFont typeface="Arial" panose="020B0604020202020204" pitchFamily="34" charset="0"/>
              <a:buChar char="•"/>
            </a:pPr>
            <a:r>
              <a:rPr lang="en-US" sz="2200" dirty="0">
                <a:solidFill>
                  <a:schemeClr val="bg1"/>
                </a:solidFill>
                <a:latin typeface="Oak Sans" pitchFamily="2" charset="77"/>
              </a:rPr>
              <a:t>Operating Systems</a:t>
            </a:r>
          </a:p>
          <a:p>
            <a:pPr marL="742950" lvl="1" indent="-285750">
              <a:buFont typeface="Arial" panose="020B0604020202020204" pitchFamily="34" charset="0"/>
              <a:buChar char="•"/>
            </a:pPr>
            <a:r>
              <a:rPr lang="en-US" sz="2200" dirty="0">
                <a:solidFill>
                  <a:schemeClr val="bg1"/>
                </a:solidFill>
                <a:latin typeface="Oak Sans" pitchFamily="2" charset="77"/>
              </a:rPr>
              <a:t>APIs</a:t>
            </a:r>
          </a:p>
          <a:p>
            <a:pPr marL="742950" lvl="1" indent="-285750">
              <a:buFont typeface="Arial" panose="020B0604020202020204" pitchFamily="34" charset="0"/>
              <a:buChar char="•"/>
            </a:pPr>
            <a:r>
              <a:rPr lang="en-US" sz="2200" dirty="0">
                <a:solidFill>
                  <a:schemeClr val="bg1"/>
                </a:solidFill>
                <a:latin typeface="Oak Sans" pitchFamily="2" charset="77"/>
              </a:rPr>
              <a:t>Laws, standards, organizational rules</a:t>
            </a:r>
          </a:p>
          <a:p>
            <a:pPr marL="285750" indent="-285750">
              <a:buFont typeface="Arial" panose="020B0604020202020204" pitchFamily="34" charset="0"/>
              <a:buChar char="•"/>
            </a:pPr>
            <a:r>
              <a:rPr lang="en-US" sz="2200" dirty="0">
                <a:solidFill>
                  <a:schemeClr val="bg1"/>
                </a:solidFill>
                <a:latin typeface="Oak Sans" pitchFamily="2" charset="77"/>
              </a:rPr>
              <a:t>Many constraints are arbitrary and inconsistent</a:t>
            </a:r>
          </a:p>
          <a:p>
            <a:pPr marL="285750" indent="-285750">
              <a:buFont typeface="Arial" panose="020B0604020202020204" pitchFamily="34" charset="0"/>
              <a:buChar char="•"/>
            </a:pPr>
            <a:endParaRPr lang="en-US" sz="2200" dirty="0">
              <a:solidFill>
                <a:schemeClr val="bg1"/>
              </a:solidFill>
              <a:latin typeface="Oak Sans" pitchFamily="2" charset="77"/>
            </a:endParaRPr>
          </a:p>
          <a:p>
            <a:r>
              <a:rPr lang="en-US" sz="2200" dirty="0">
                <a:solidFill>
                  <a:schemeClr val="bg1"/>
                </a:solidFill>
                <a:latin typeface="Oak Sans" pitchFamily="2" charset="77"/>
              </a:rPr>
              <a:t>Why it matters:</a:t>
            </a:r>
          </a:p>
          <a:p>
            <a:pPr marL="800100" lvl="1" indent="-342900">
              <a:buFont typeface="Arial" panose="020B0604020202020204" pitchFamily="34" charset="0"/>
              <a:buChar char="•"/>
            </a:pPr>
            <a:r>
              <a:rPr lang="en-US" sz="2200" dirty="0">
                <a:solidFill>
                  <a:schemeClr val="bg1"/>
                </a:solidFill>
                <a:latin typeface="Oak Sans" pitchFamily="2" charset="77"/>
              </a:rPr>
              <a:t>Complexity comes from the environment, not the problem itself</a:t>
            </a:r>
          </a:p>
          <a:p>
            <a:pPr marL="800100" lvl="1" indent="-342900">
              <a:buFont typeface="Arial" panose="020B0604020202020204" pitchFamily="34" charset="0"/>
              <a:buChar char="•"/>
            </a:pPr>
            <a:r>
              <a:rPr lang="en-US" sz="2200" dirty="0">
                <a:solidFill>
                  <a:schemeClr val="bg1"/>
                </a:solidFill>
                <a:latin typeface="Oak Sans" pitchFamily="2" charset="77"/>
              </a:rPr>
              <a:t>Engineers spend more time adapting than inventing</a:t>
            </a:r>
          </a:p>
        </p:txBody>
      </p:sp>
      <p:sp>
        <p:nvSpPr>
          <p:cNvPr id="3" name="TextBox 2">
            <a:extLst>
              <a:ext uri="{FF2B5EF4-FFF2-40B4-BE49-F238E27FC236}">
                <a16:creationId xmlns:a16="http://schemas.microsoft.com/office/drawing/2014/main" id="{8523619A-C9DA-0B05-AD80-5D424E28B52B}"/>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Conformity</a:t>
            </a:r>
          </a:p>
        </p:txBody>
      </p:sp>
    </p:spTree>
    <p:extLst>
      <p:ext uri="{BB962C8B-B14F-4D97-AF65-F5344CB8AC3E}">
        <p14:creationId xmlns:p14="http://schemas.microsoft.com/office/powerpoint/2010/main" val="999387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B12DB-BF65-6220-0073-D1885A8621E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8C487B3-9DE0-C32A-8E51-7EC8A665A718}"/>
              </a:ext>
            </a:extLst>
          </p:cNvPr>
          <p:cNvSpPr txBox="1"/>
          <p:nvPr/>
        </p:nvSpPr>
        <p:spPr>
          <a:xfrm>
            <a:off x="1547447" y="2486244"/>
            <a:ext cx="8657600" cy="3939540"/>
          </a:xfrm>
          <a:prstGeom prst="rect">
            <a:avLst/>
          </a:prstGeom>
          <a:noFill/>
        </p:spPr>
        <p:txBody>
          <a:bodyPr wrap="square" rtlCol="0">
            <a:spAutoFit/>
          </a:bodyPr>
          <a:lstStyle/>
          <a:p>
            <a:r>
              <a:rPr lang="en-US" sz="2400" b="1" dirty="0">
                <a:solidFill>
                  <a:srgbClr val="97012E"/>
                </a:solidFill>
                <a:latin typeface="Druk Heavy"/>
              </a:rPr>
              <a:t>Core Activities (Always Present)</a:t>
            </a:r>
          </a:p>
          <a:p>
            <a:r>
              <a:rPr lang="en-US" sz="1600" b="1" dirty="0">
                <a:solidFill>
                  <a:srgbClr val="97012E"/>
                </a:solidFill>
                <a:latin typeface="Druk Heavy"/>
              </a:rPr>
              <a:t>Requirements -&gt; Design -&gt; Implementation -&gt; Testing -&gt; Deployment -&gt; Maintenance</a:t>
            </a:r>
          </a:p>
          <a:p>
            <a:endParaRPr lang="en-US" sz="1600" b="1" dirty="0">
              <a:solidFill>
                <a:srgbClr val="97012E"/>
              </a:solidFill>
              <a:latin typeface="Druk Heavy"/>
            </a:endParaRPr>
          </a:p>
          <a:p>
            <a:pPr marL="342900" indent="-342900">
              <a:buFont typeface="Arial" panose="020B0604020202020204" pitchFamily="34" charset="0"/>
              <a:buChar char="•"/>
            </a:pPr>
            <a:r>
              <a:rPr lang="en-US" sz="2200" dirty="0">
                <a:solidFill>
                  <a:schemeClr val="bg1"/>
                </a:solidFill>
                <a:latin typeface="Oak Sans" pitchFamily="2" charset="77"/>
              </a:rPr>
              <a:t>Requirements: What problem are we solving, and for whom?</a:t>
            </a:r>
          </a:p>
          <a:p>
            <a:pPr marL="342900" indent="-342900">
              <a:buFont typeface="Arial" panose="020B0604020202020204" pitchFamily="34" charset="0"/>
              <a:buChar char="•"/>
            </a:pPr>
            <a:r>
              <a:rPr lang="en-US" sz="2200" dirty="0">
                <a:solidFill>
                  <a:schemeClr val="bg1"/>
                </a:solidFill>
                <a:latin typeface="Oak Sans" pitchFamily="2" charset="77"/>
              </a:rPr>
              <a:t>Design: How will the system be structured to solve it?</a:t>
            </a:r>
          </a:p>
          <a:p>
            <a:pPr marL="342900" indent="-342900">
              <a:buFont typeface="Arial" panose="020B0604020202020204" pitchFamily="34" charset="0"/>
              <a:buChar char="•"/>
            </a:pPr>
            <a:r>
              <a:rPr lang="en-US" sz="2200" dirty="0">
                <a:solidFill>
                  <a:schemeClr val="bg1"/>
                </a:solidFill>
                <a:latin typeface="Oak Sans" pitchFamily="2" charset="77"/>
              </a:rPr>
              <a:t>Implementation: Writing the code that realizes the design</a:t>
            </a:r>
          </a:p>
          <a:p>
            <a:pPr marL="342900" indent="-342900">
              <a:buFont typeface="Arial" panose="020B0604020202020204" pitchFamily="34" charset="0"/>
              <a:buChar char="•"/>
            </a:pPr>
            <a:r>
              <a:rPr lang="en-US" sz="2200" dirty="0">
                <a:solidFill>
                  <a:schemeClr val="bg1"/>
                </a:solidFill>
                <a:latin typeface="Oak Sans" pitchFamily="2" charset="77"/>
              </a:rPr>
              <a:t>Testing: Gaining confidence that the system behaves as intended</a:t>
            </a:r>
          </a:p>
          <a:p>
            <a:pPr marL="342900" indent="-342900">
              <a:buFont typeface="Arial" panose="020B0604020202020204" pitchFamily="34" charset="0"/>
              <a:buChar char="•"/>
            </a:pPr>
            <a:r>
              <a:rPr lang="en-US" sz="2200" dirty="0">
                <a:solidFill>
                  <a:schemeClr val="bg1"/>
                </a:solidFill>
                <a:latin typeface="Oak Sans" pitchFamily="2" charset="77"/>
              </a:rPr>
              <a:t>Deployment: Delivering the system to real users</a:t>
            </a:r>
          </a:p>
          <a:p>
            <a:pPr marL="342900" indent="-342900">
              <a:buFont typeface="Arial" panose="020B0604020202020204" pitchFamily="34" charset="0"/>
              <a:buChar char="•"/>
            </a:pPr>
            <a:r>
              <a:rPr lang="en-US" sz="2200" dirty="0">
                <a:solidFill>
                  <a:schemeClr val="bg1"/>
                </a:solidFill>
                <a:latin typeface="Oak Sans" pitchFamily="2" charset="77"/>
              </a:rPr>
              <a:t>Maintenance: Fixing defects, adapting to change, and adapting the system </a:t>
            </a:r>
          </a:p>
          <a:p>
            <a:pPr marL="342900" indent="-342900">
              <a:buFont typeface="Arial" panose="020B0604020202020204" pitchFamily="34" charset="0"/>
              <a:buChar char="•"/>
            </a:pPr>
            <a:endParaRPr lang="en-US" sz="2200" dirty="0">
              <a:solidFill>
                <a:schemeClr val="bg1"/>
              </a:solidFill>
              <a:latin typeface="Oak Sans" pitchFamily="2" charset="77"/>
            </a:endParaRPr>
          </a:p>
          <a:p>
            <a:r>
              <a:rPr kumimoji="0" lang="en-US" b="1" i="0" u="none" strike="noStrike" kern="1200" cap="none" spc="0" normalizeH="0" baseline="0" noProof="0" dirty="0">
                <a:ln>
                  <a:noFill/>
                </a:ln>
                <a:solidFill>
                  <a:srgbClr val="97012E"/>
                </a:solidFill>
                <a:effectLst/>
                <a:uLnTx/>
                <a:uFillTx/>
                <a:latin typeface="Druk Heavy"/>
                <a:ea typeface="+mn-ea"/>
                <a:cs typeface="+mn-cs"/>
              </a:rPr>
              <a:t>Every software system goes through all these activities, whether you plan for them or not</a:t>
            </a:r>
            <a:endParaRPr lang="en-US" dirty="0">
              <a:solidFill>
                <a:schemeClr val="bg1"/>
              </a:solidFill>
              <a:latin typeface="Oak Sans" pitchFamily="2" charset="77"/>
            </a:endParaRPr>
          </a:p>
        </p:txBody>
      </p:sp>
      <p:sp>
        <p:nvSpPr>
          <p:cNvPr id="3" name="TextBox 2">
            <a:extLst>
              <a:ext uri="{FF2B5EF4-FFF2-40B4-BE49-F238E27FC236}">
                <a16:creationId xmlns:a16="http://schemas.microsoft.com/office/drawing/2014/main" id="{318E6566-B3DF-5FF4-F1ED-C050696AF783}"/>
              </a:ext>
            </a:extLst>
          </p:cNvPr>
          <p:cNvSpPr txBox="1"/>
          <p:nvPr/>
        </p:nvSpPr>
        <p:spPr>
          <a:xfrm>
            <a:off x="574838" y="1729458"/>
            <a:ext cx="10819993"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The Software Engineering Life Cycle</a:t>
            </a:r>
          </a:p>
        </p:txBody>
      </p:sp>
    </p:spTree>
    <p:extLst>
      <p:ext uri="{BB962C8B-B14F-4D97-AF65-F5344CB8AC3E}">
        <p14:creationId xmlns:p14="http://schemas.microsoft.com/office/powerpoint/2010/main" val="30182651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E9328-E8B4-63C9-D765-C2E5CFE31C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9189AEA-C8F6-5E22-FA55-B6BD520E54BF}"/>
              </a:ext>
            </a:extLst>
          </p:cNvPr>
          <p:cNvSpPr txBox="1"/>
          <p:nvPr/>
        </p:nvSpPr>
        <p:spPr>
          <a:xfrm>
            <a:off x="1547447" y="2486244"/>
            <a:ext cx="8657600" cy="3323987"/>
          </a:xfrm>
          <a:prstGeom prst="rect">
            <a:avLst/>
          </a:prstGeom>
          <a:noFill/>
        </p:spPr>
        <p:txBody>
          <a:bodyPr wrap="square" rtlCol="0">
            <a:spAutoFit/>
          </a:bodyPr>
          <a:lstStyle/>
          <a:p>
            <a:r>
              <a:rPr lang="en-US" sz="2400" b="1" dirty="0">
                <a:solidFill>
                  <a:srgbClr val="97012E"/>
                </a:solidFill>
                <a:latin typeface="Druk Heavy"/>
              </a:rPr>
              <a:t>Lifecycle ≠ One-Time Sequence</a:t>
            </a:r>
          </a:p>
          <a:p>
            <a:r>
              <a:rPr lang="en-US" sz="1600" b="1" dirty="0">
                <a:solidFill>
                  <a:srgbClr val="97012E"/>
                </a:solidFill>
                <a:latin typeface="Druk Heavy"/>
              </a:rPr>
              <a:t>Iterative vs Linear Views</a:t>
            </a:r>
          </a:p>
          <a:p>
            <a:endParaRPr lang="en-US" sz="1600" b="1" dirty="0">
              <a:solidFill>
                <a:srgbClr val="97012E"/>
              </a:solidFill>
              <a:latin typeface="Druk Heavy"/>
            </a:endParaRPr>
          </a:p>
          <a:p>
            <a:pPr marL="342900" indent="-342900">
              <a:buFont typeface="Arial" panose="020B0604020202020204" pitchFamily="34" charset="0"/>
              <a:buChar char="•"/>
            </a:pPr>
            <a:r>
              <a:rPr lang="en-US" sz="2200" dirty="0">
                <a:solidFill>
                  <a:schemeClr val="bg1"/>
                </a:solidFill>
                <a:latin typeface="Oak Sans" pitchFamily="2" charset="77"/>
              </a:rPr>
              <a:t>Linear view: Activities appear to happen once, in order</a:t>
            </a:r>
          </a:p>
          <a:p>
            <a:pPr marL="342900" indent="-342900">
              <a:buFont typeface="Arial" panose="020B0604020202020204" pitchFamily="34" charset="0"/>
              <a:buChar char="•"/>
            </a:pPr>
            <a:r>
              <a:rPr lang="en-US" sz="2200" dirty="0">
                <a:solidFill>
                  <a:schemeClr val="bg1"/>
                </a:solidFill>
                <a:latin typeface="Oak Sans" pitchFamily="2" charset="77"/>
              </a:rPr>
              <a:t>Iterative view: Activities repeat and influence each other over time</a:t>
            </a:r>
          </a:p>
          <a:p>
            <a:pPr marL="342900" indent="-342900">
              <a:buFont typeface="Arial" panose="020B0604020202020204" pitchFamily="34" charset="0"/>
              <a:buChar char="•"/>
            </a:pPr>
            <a:r>
              <a:rPr lang="en-US" sz="2200" dirty="0">
                <a:solidFill>
                  <a:schemeClr val="bg1"/>
                </a:solidFill>
                <a:latin typeface="Oak Sans" pitchFamily="2" charset="77"/>
              </a:rPr>
              <a:t>In practice, feedback flows backwards</a:t>
            </a:r>
          </a:p>
          <a:p>
            <a:pPr marL="800100" lvl="1" indent="-342900">
              <a:buFont typeface="Arial" panose="020B0604020202020204" pitchFamily="34" charset="0"/>
              <a:buChar char="•"/>
            </a:pPr>
            <a:r>
              <a:rPr lang="en-US" sz="1600" dirty="0">
                <a:solidFill>
                  <a:schemeClr val="bg1"/>
                </a:solidFill>
                <a:latin typeface="Oak Sans" pitchFamily="2" charset="77"/>
              </a:rPr>
              <a:t>Testing reveals design flaws</a:t>
            </a:r>
          </a:p>
          <a:p>
            <a:pPr marL="800100" lvl="1" indent="-342900">
              <a:buFont typeface="Arial" panose="020B0604020202020204" pitchFamily="34" charset="0"/>
              <a:buChar char="•"/>
            </a:pPr>
            <a:r>
              <a:rPr lang="en-US" sz="1600" dirty="0">
                <a:solidFill>
                  <a:schemeClr val="bg1"/>
                </a:solidFill>
                <a:latin typeface="Oak Sans" pitchFamily="2" charset="77"/>
              </a:rPr>
              <a:t>Deployment reveals missing requirements</a:t>
            </a:r>
          </a:p>
          <a:p>
            <a:pPr marL="800100" lvl="1" indent="-342900">
              <a:buFont typeface="Arial" panose="020B0604020202020204" pitchFamily="34" charset="0"/>
              <a:buChar char="•"/>
            </a:pPr>
            <a:r>
              <a:rPr lang="en-US" sz="1600" dirty="0">
                <a:solidFill>
                  <a:schemeClr val="bg1"/>
                </a:solidFill>
                <a:latin typeface="Oak Sans" pitchFamily="2" charset="77"/>
              </a:rPr>
              <a:t>Maintenance drives new implementation</a:t>
            </a:r>
          </a:p>
          <a:p>
            <a:pPr marL="342900" indent="-342900">
              <a:buFont typeface="Arial" panose="020B0604020202020204" pitchFamily="34" charset="0"/>
              <a:buChar char="•"/>
            </a:pPr>
            <a:endParaRPr lang="en-US" sz="2200" dirty="0">
              <a:solidFill>
                <a:schemeClr val="bg1"/>
              </a:solidFill>
              <a:latin typeface="Oak Sans" pitchFamily="2" charset="77"/>
            </a:endParaRPr>
          </a:p>
          <a:p>
            <a:r>
              <a:rPr kumimoji="0" lang="en-US" b="1" i="0" u="none" strike="noStrike" kern="1200" cap="none" spc="0" normalizeH="0" baseline="0" noProof="0" dirty="0">
                <a:ln>
                  <a:noFill/>
                </a:ln>
                <a:solidFill>
                  <a:srgbClr val="97012E"/>
                </a:solidFill>
                <a:effectLst/>
                <a:uLnTx/>
                <a:uFillTx/>
                <a:latin typeface="Druk Heavy"/>
                <a:ea typeface="+mn-ea"/>
                <a:cs typeface="+mn-cs"/>
              </a:rPr>
              <a:t>The lifecycle describes what happens, not how you organize it</a:t>
            </a:r>
            <a:endParaRPr lang="en-US" dirty="0">
              <a:solidFill>
                <a:schemeClr val="bg1"/>
              </a:solidFill>
              <a:latin typeface="Oak Sans" pitchFamily="2" charset="77"/>
            </a:endParaRPr>
          </a:p>
        </p:txBody>
      </p:sp>
      <p:sp>
        <p:nvSpPr>
          <p:cNvPr id="3" name="TextBox 2">
            <a:extLst>
              <a:ext uri="{FF2B5EF4-FFF2-40B4-BE49-F238E27FC236}">
                <a16:creationId xmlns:a16="http://schemas.microsoft.com/office/drawing/2014/main" id="{42AE907F-D432-FB43-4ABD-206612C15176}"/>
              </a:ext>
            </a:extLst>
          </p:cNvPr>
          <p:cNvSpPr txBox="1"/>
          <p:nvPr/>
        </p:nvSpPr>
        <p:spPr>
          <a:xfrm>
            <a:off x="574838" y="1729458"/>
            <a:ext cx="10819993"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The Software Engineering Life Cycle (continued)</a:t>
            </a:r>
          </a:p>
        </p:txBody>
      </p:sp>
    </p:spTree>
    <p:extLst>
      <p:ext uri="{BB962C8B-B14F-4D97-AF65-F5344CB8AC3E}">
        <p14:creationId xmlns:p14="http://schemas.microsoft.com/office/powerpoint/2010/main" val="41800444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6CDC8-FB67-59EF-35C7-C19F19299FD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2178340-23BD-66BD-2FCC-919BB3174957}"/>
              </a:ext>
            </a:extLst>
          </p:cNvPr>
          <p:cNvSpPr txBox="1"/>
          <p:nvPr/>
        </p:nvSpPr>
        <p:spPr>
          <a:xfrm>
            <a:off x="1574358" y="2949934"/>
            <a:ext cx="7707665" cy="2800767"/>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Software Engineers</a:t>
            </a:r>
          </a:p>
          <a:p>
            <a:pPr marL="285750" indent="-285750">
              <a:buFont typeface="Arial" panose="020B0604020202020204" pitchFamily="34" charset="0"/>
              <a:buChar char="•"/>
            </a:pPr>
            <a:r>
              <a:rPr lang="en-US" sz="2200" dirty="0">
                <a:solidFill>
                  <a:schemeClr val="bg1"/>
                </a:solidFill>
                <a:latin typeface="Oak Sans" pitchFamily="2" charset="77"/>
              </a:rPr>
              <a:t>Product Managers</a:t>
            </a:r>
          </a:p>
          <a:p>
            <a:pPr marL="285750" indent="-285750">
              <a:buFont typeface="Arial" panose="020B0604020202020204" pitchFamily="34" charset="0"/>
              <a:buChar char="•"/>
            </a:pPr>
            <a:r>
              <a:rPr lang="en-US" sz="2200" dirty="0">
                <a:solidFill>
                  <a:schemeClr val="bg1"/>
                </a:solidFill>
                <a:latin typeface="Oak Sans" pitchFamily="2" charset="77"/>
              </a:rPr>
              <a:t>QA/Test Engineers</a:t>
            </a:r>
          </a:p>
          <a:p>
            <a:pPr marL="285750" indent="-285750">
              <a:buFont typeface="Arial" panose="020B0604020202020204" pitchFamily="34" charset="0"/>
              <a:buChar char="•"/>
            </a:pPr>
            <a:r>
              <a:rPr lang="en-US" sz="2200" dirty="0">
                <a:solidFill>
                  <a:schemeClr val="bg1"/>
                </a:solidFill>
                <a:latin typeface="Oak Sans" pitchFamily="2" charset="77"/>
              </a:rPr>
              <a:t>UX/UI Designers</a:t>
            </a:r>
          </a:p>
          <a:p>
            <a:pPr marL="285750" indent="-285750">
              <a:buFont typeface="Arial" panose="020B0604020202020204" pitchFamily="34" charset="0"/>
              <a:buChar char="•"/>
            </a:pPr>
            <a:r>
              <a:rPr lang="en-US" sz="2200" dirty="0">
                <a:solidFill>
                  <a:schemeClr val="bg1"/>
                </a:solidFill>
                <a:latin typeface="Oak Sans" pitchFamily="2" charset="77"/>
              </a:rPr>
              <a:t>DevOps/Site Reliability Engineers (SRE)</a:t>
            </a:r>
          </a:p>
          <a:p>
            <a:pPr marL="285750" indent="-285750">
              <a:buFont typeface="Arial" panose="020B0604020202020204" pitchFamily="34" charset="0"/>
              <a:buChar char="•"/>
            </a:pPr>
            <a:endParaRPr lang="en-US" sz="2200" dirty="0">
              <a:solidFill>
                <a:schemeClr val="bg1"/>
              </a:solidFill>
              <a:latin typeface="Oak Sans" pitchFamily="2" charset="77"/>
            </a:endParaRPr>
          </a:p>
          <a:p>
            <a:r>
              <a:rPr lang="en-US" sz="2000" b="1" dirty="0">
                <a:solidFill>
                  <a:srgbClr val="97012E"/>
                </a:solidFill>
                <a:latin typeface="Druk Heavy"/>
              </a:rPr>
              <a:t>Software failures usually happen at the boundaries </a:t>
            </a:r>
            <a:r>
              <a:rPr lang="en-US" sz="2000" b="1" i="1" dirty="0">
                <a:solidFill>
                  <a:srgbClr val="97012E"/>
                </a:solidFill>
                <a:latin typeface="Druk Heavy"/>
              </a:rPr>
              <a:t>between</a:t>
            </a:r>
            <a:r>
              <a:rPr lang="en-US" sz="2000" b="1" dirty="0">
                <a:solidFill>
                  <a:srgbClr val="97012E"/>
                </a:solidFill>
                <a:latin typeface="Druk Heavy"/>
              </a:rPr>
              <a:t> roles</a:t>
            </a:r>
          </a:p>
          <a:p>
            <a:pPr marL="285750" indent="-285750">
              <a:buFont typeface="Arial" panose="020B0604020202020204" pitchFamily="34" charset="0"/>
              <a:buChar char="•"/>
            </a:pP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8BC96AEA-6AE8-A5D3-41E4-76C58F6C667F}"/>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Roles on a Software Team</a:t>
            </a:r>
          </a:p>
        </p:txBody>
      </p:sp>
    </p:spTree>
    <p:extLst>
      <p:ext uri="{BB962C8B-B14F-4D97-AF65-F5344CB8AC3E}">
        <p14:creationId xmlns:p14="http://schemas.microsoft.com/office/powerpoint/2010/main" val="27266403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BAA04-8BFC-66CE-F4D6-39D0A72C81A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D4B72E-638B-143C-9794-ABCFC87CD62D}"/>
              </a:ext>
            </a:extLst>
          </p:cNvPr>
          <p:cNvSpPr txBox="1"/>
          <p:nvPr/>
        </p:nvSpPr>
        <p:spPr>
          <a:xfrm>
            <a:off x="1574358" y="2949934"/>
            <a:ext cx="7707665" cy="1446550"/>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What students will build</a:t>
            </a:r>
          </a:p>
          <a:p>
            <a:pPr marL="285750" indent="-285750">
              <a:buFont typeface="Arial" panose="020B0604020202020204" pitchFamily="34" charset="0"/>
              <a:buChar char="•"/>
            </a:pPr>
            <a:r>
              <a:rPr lang="en-US" sz="2200" dirty="0">
                <a:solidFill>
                  <a:schemeClr val="bg1"/>
                </a:solidFill>
                <a:latin typeface="Oak Sans" pitchFamily="2" charset="77"/>
              </a:rPr>
              <a:t>Constraints and expectations</a:t>
            </a:r>
          </a:p>
          <a:p>
            <a:pPr marL="285750" indent="-285750">
              <a:buFont typeface="Arial" panose="020B0604020202020204" pitchFamily="34" charset="0"/>
              <a:buChar char="•"/>
            </a:pPr>
            <a:r>
              <a:rPr lang="en-US" sz="2200" dirty="0">
                <a:solidFill>
                  <a:schemeClr val="bg1"/>
                </a:solidFill>
                <a:latin typeface="Oak Sans" pitchFamily="2" charset="77"/>
              </a:rPr>
              <a:t>Team structure</a:t>
            </a:r>
          </a:p>
          <a:p>
            <a:pPr marL="285750" indent="-285750">
              <a:buFont typeface="Arial" panose="020B0604020202020204" pitchFamily="34" charset="0"/>
              <a:buChar char="•"/>
            </a:pPr>
            <a:endParaRPr lang="en-US" sz="2200" b="1" dirty="0">
              <a:solidFill>
                <a:schemeClr val="bg1"/>
              </a:solidFill>
              <a:latin typeface="Oak Sans" pitchFamily="2" charset="77"/>
            </a:endParaRPr>
          </a:p>
        </p:txBody>
      </p:sp>
      <p:sp>
        <p:nvSpPr>
          <p:cNvPr id="3" name="TextBox 2">
            <a:extLst>
              <a:ext uri="{FF2B5EF4-FFF2-40B4-BE49-F238E27FC236}">
                <a16:creationId xmlns:a16="http://schemas.microsoft.com/office/drawing/2014/main" id="{24BDE7C6-3E00-BBBB-5C0C-D9FD36E0101D}"/>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The Semester Project</a:t>
            </a:r>
          </a:p>
        </p:txBody>
      </p:sp>
    </p:spTree>
    <p:extLst>
      <p:ext uri="{BB962C8B-B14F-4D97-AF65-F5344CB8AC3E}">
        <p14:creationId xmlns:p14="http://schemas.microsoft.com/office/powerpoint/2010/main" val="8613529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1D41A-5309-2FE2-AA74-6AF0AA2496E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11146F9-0B9E-74BA-4671-21820B4C6F2D}"/>
              </a:ext>
            </a:extLst>
          </p:cNvPr>
          <p:cNvSpPr txBox="1"/>
          <p:nvPr/>
        </p:nvSpPr>
        <p:spPr>
          <a:xfrm>
            <a:off x="1574358" y="2949934"/>
            <a:ext cx="7707665" cy="2708434"/>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Standups</a:t>
            </a:r>
          </a:p>
          <a:p>
            <a:pPr marL="285750" indent="-285750">
              <a:buFont typeface="Arial" panose="020B0604020202020204" pitchFamily="34" charset="0"/>
              <a:buChar char="•"/>
            </a:pPr>
            <a:r>
              <a:rPr lang="en-US" sz="2200" dirty="0">
                <a:solidFill>
                  <a:schemeClr val="bg1"/>
                </a:solidFill>
                <a:latin typeface="Oak Sans" pitchFamily="2" charset="77"/>
              </a:rPr>
              <a:t>Reviews</a:t>
            </a:r>
          </a:p>
          <a:p>
            <a:pPr marL="285750" indent="-285750">
              <a:buFont typeface="Arial" panose="020B0604020202020204" pitchFamily="34" charset="0"/>
              <a:buChar char="•"/>
            </a:pPr>
            <a:r>
              <a:rPr lang="en-US" sz="2200" dirty="0">
                <a:solidFill>
                  <a:schemeClr val="bg1"/>
                </a:solidFill>
                <a:latin typeface="Oak Sans" pitchFamily="2" charset="77"/>
              </a:rPr>
              <a:t>Retrospectives</a:t>
            </a:r>
          </a:p>
          <a:p>
            <a:pPr marL="285750" indent="-285750">
              <a:buFont typeface="Arial" panose="020B0604020202020204" pitchFamily="34" charset="0"/>
              <a:buChar char="•"/>
            </a:pPr>
            <a:r>
              <a:rPr lang="en-US" sz="2200" dirty="0">
                <a:solidFill>
                  <a:schemeClr val="bg1"/>
                </a:solidFill>
                <a:latin typeface="Oak Sans" pitchFamily="2" charset="77"/>
              </a:rPr>
              <a:t>Incremental Delivery</a:t>
            </a:r>
          </a:p>
          <a:p>
            <a:endParaRPr lang="en-US" sz="2200" dirty="0">
              <a:solidFill>
                <a:schemeClr val="bg1"/>
              </a:solidFill>
              <a:latin typeface="Oak Sans" pitchFamily="2" charset="77"/>
            </a:endParaRPr>
          </a:p>
          <a:p>
            <a:r>
              <a:rPr lang="en-US" sz="2000" b="1" dirty="0">
                <a:solidFill>
                  <a:srgbClr val="97012E"/>
                </a:solidFill>
                <a:latin typeface="Druk Heavy"/>
              </a:rPr>
              <a:t>Team-based, long-running project with evolving requirements.</a:t>
            </a:r>
          </a:p>
          <a:p>
            <a:r>
              <a:rPr lang="en-US" sz="2000" b="1" dirty="0">
                <a:solidFill>
                  <a:srgbClr val="97012E"/>
                </a:solidFill>
                <a:latin typeface="Druk Heavy"/>
              </a:rPr>
              <a:t>You are graded not just on what you build, but on how you work as a team.</a:t>
            </a:r>
          </a:p>
        </p:txBody>
      </p:sp>
      <p:sp>
        <p:nvSpPr>
          <p:cNvPr id="3" name="TextBox 2">
            <a:extLst>
              <a:ext uri="{FF2B5EF4-FFF2-40B4-BE49-F238E27FC236}">
                <a16:creationId xmlns:a16="http://schemas.microsoft.com/office/drawing/2014/main" id="{4C3367A3-6E4B-948F-3AA2-39BE6C87CC8D}"/>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How This Course Mirrors Industry</a:t>
            </a:r>
          </a:p>
        </p:txBody>
      </p:sp>
    </p:spTree>
    <p:extLst>
      <p:ext uri="{BB962C8B-B14F-4D97-AF65-F5344CB8AC3E}">
        <p14:creationId xmlns:p14="http://schemas.microsoft.com/office/powerpoint/2010/main" val="25153993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8353-95D1-A157-684C-7E35EB7AA9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C26BCA3-77DD-10B9-F7DC-DD5169346946}"/>
              </a:ext>
            </a:extLst>
          </p:cNvPr>
          <p:cNvSpPr txBox="1"/>
          <p:nvPr/>
        </p:nvSpPr>
        <p:spPr>
          <a:xfrm>
            <a:off x="1574358" y="2949934"/>
            <a:ext cx="7707665" cy="1754326"/>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Short, regular check-ins on progress and blockers</a:t>
            </a:r>
          </a:p>
          <a:p>
            <a:pPr marL="285750" indent="-285750">
              <a:buFont typeface="Arial" panose="020B0604020202020204" pitchFamily="34" charset="0"/>
              <a:buChar char="•"/>
            </a:pPr>
            <a:r>
              <a:rPr lang="en-US" sz="2200" dirty="0">
                <a:solidFill>
                  <a:schemeClr val="bg1"/>
                </a:solidFill>
                <a:latin typeface="Oak Sans" pitchFamily="2" charset="77"/>
              </a:rPr>
              <a:t>Focus on communication, not status reporting</a:t>
            </a:r>
          </a:p>
          <a:p>
            <a:pPr marL="285750" indent="-285750">
              <a:buFont typeface="Arial" panose="020B0604020202020204" pitchFamily="34" charset="0"/>
              <a:buChar char="•"/>
            </a:pPr>
            <a:r>
              <a:rPr lang="en-US" sz="2200" dirty="0">
                <a:solidFill>
                  <a:schemeClr val="bg1"/>
                </a:solidFill>
                <a:latin typeface="Oak Sans" pitchFamily="2" charset="77"/>
              </a:rPr>
              <a:t>Encourage shared ownership and early problem detection</a:t>
            </a:r>
          </a:p>
          <a:p>
            <a:pPr marL="285750" indent="-285750">
              <a:buFont typeface="Arial" panose="020B0604020202020204" pitchFamily="34" charset="0"/>
              <a:buChar char="•"/>
            </a:pPr>
            <a:endParaRPr lang="en-US" sz="2200" dirty="0">
              <a:solidFill>
                <a:schemeClr val="bg1"/>
              </a:solidFill>
              <a:latin typeface="Oak Sans" pitchFamily="2" charset="77"/>
            </a:endParaRPr>
          </a:p>
          <a:p>
            <a:r>
              <a:rPr lang="en-US" sz="2000" b="1" dirty="0">
                <a:solidFill>
                  <a:srgbClr val="97012E"/>
                </a:solidFill>
                <a:latin typeface="Druk Heavy"/>
              </a:rPr>
              <a:t>Industry parallel: Daily or weekly team syncs</a:t>
            </a:r>
          </a:p>
        </p:txBody>
      </p:sp>
      <p:sp>
        <p:nvSpPr>
          <p:cNvPr id="3" name="TextBox 2">
            <a:extLst>
              <a:ext uri="{FF2B5EF4-FFF2-40B4-BE49-F238E27FC236}">
                <a16:creationId xmlns:a16="http://schemas.microsoft.com/office/drawing/2014/main" id="{343B35FF-6484-C211-F273-D77BCBF92D40}"/>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Standups</a:t>
            </a:r>
          </a:p>
        </p:txBody>
      </p:sp>
    </p:spTree>
    <p:extLst>
      <p:ext uri="{BB962C8B-B14F-4D97-AF65-F5344CB8AC3E}">
        <p14:creationId xmlns:p14="http://schemas.microsoft.com/office/powerpoint/2010/main" val="12027042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0096E-87C7-2989-659C-B70B8D928CB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323168E-3D29-A7FC-0697-ED72BA2A2332}"/>
              </a:ext>
            </a:extLst>
          </p:cNvPr>
          <p:cNvSpPr txBox="1"/>
          <p:nvPr/>
        </p:nvSpPr>
        <p:spPr>
          <a:xfrm>
            <a:off x="1574358" y="2949934"/>
            <a:ext cx="7707665" cy="1754326"/>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Teams demonstrate working software to others</a:t>
            </a:r>
          </a:p>
          <a:p>
            <a:pPr marL="285750" indent="-285750">
              <a:buFont typeface="Arial" panose="020B0604020202020204" pitchFamily="34" charset="0"/>
              <a:buChar char="•"/>
            </a:pPr>
            <a:r>
              <a:rPr lang="en-US" sz="2200" dirty="0">
                <a:solidFill>
                  <a:schemeClr val="bg1"/>
                </a:solidFill>
                <a:latin typeface="Oak Sans" pitchFamily="2" charset="77"/>
              </a:rPr>
              <a:t>Feedback focuses on behavior, not just code</a:t>
            </a:r>
          </a:p>
          <a:p>
            <a:pPr marL="285750" indent="-285750">
              <a:buFont typeface="Arial" panose="020B0604020202020204" pitchFamily="34" charset="0"/>
              <a:buChar char="•"/>
            </a:pPr>
            <a:r>
              <a:rPr lang="en-US" sz="2200" dirty="0">
                <a:solidFill>
                  <a:schemeClr val="bg1"/>
                </a:solidFill>
                <a:latin typeface="Oak Sans" pitchFamily="2" charset="77"/>
              </a:rPr>
              <a:t>Emphasizes learning to explain and defend design choices</a:t>
            </a:r>
          </a:p>
          <a:p>
            <a:pPr marL="285750" indent="-285750">
              <a:buFont typeface="Arial" panose="020B0604020202020204" pitchFamily="34" charset="0"/>
              <a:buChar char="•"/>
            </a:pPr>
            <a:endParaRPr lang="en-US" sz="2200" b="1" dirty="0">
              <a:solidFill>
                <a:schemeClr val="bg1"/>
              </a:solidFill>
              <a:latin typeface="Oak Sans" pitchFamily="2" charset="77"/>
            </a:endParaRPr>
          </a:p>
          <a:p>
            <a:r>
              <a:rPr lang="en-US" sz="2000" b="1" dirty="0">
                <a:solidFill>
                  <a:srgbClr val="97012E"/>
                </a:solidFill>
                <a:latin typeface="Druk Heavy"/>
              </a:rPr>
              <a:t>Industry parallel: Sprint reviews, demos, stakeholder check-ins</a:t>
            </a:r>
          </a:p>
        </p:txBody>
      </p:sp>
      <p:sp>
        <p:nvSpPr>
          <p:cNvPr id="3" name="TextBox 2">
            <a:extLst>
              <a:ext uri="{FF2B5EF4-FFF2-40B4-BE49-F238E27FC236}">
                <a16:creationId xmlns:a16="http://schemas.microsoft.com/office/drawing/2014/main" id="{986D595F-5DFE-8F6D-17EA-0C943ADF350F}"/>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Reviews</a:t>
            </a:r>
          </a:p>
        </p:txBody>
      </p:sp>
    </p:spTree>
    <p:extLst>
      <p:ext uri="{BB962C8B-B14F-4D97-AF65-F5344CB8AC3E}">
        <p14:creationId xmlns:p14="http://schemas.microsoft.com/office/powerpoint/2010/main" val="29269261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965E-7EF6-3E89-B3BE-E5D6E3CD968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85D7DE1-968F-C141-371B-080B121DDA93}"/>
              </a:ext>
            </a:extLst>
          </p:cNvPr>
          <p:cNvSpPr txBox="1"/>
          <p:nvPr/>
        </p:nvSpPr>
        <p:spPr>
          <a:xfrm>
            <a:off x="1574358" y="2949934"/>
            <a:ext cx="7707665" cy="1754326"/>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Structured reflection on what worked and what didn’t</a:t>
            </a:r>
          </a:p>
          <a:p>
            <a:pPr marL="285750" indent="-285750">
              <a:buFont typeface="Arial" panose="020B0604020202020204" pitchFamily="34" charset="0"/>
              <a:buChar char="•"/>
            </a:pPr>
            <a:r>
              <a:rPr lang="en-US" sz="2200" dirty="0">
                <a:solidFill>
                  <a:schemeClr val="bg1"/>
                </a:solidFill>
                <a:latin typeface="Oak Sans" pitchFamily="2" charset="77"/>
              </a:rPr>
              <a:t>Focus on improving the process, not assigning blame</a:t>
            </a:r>
          </a:p>
          <a:p>
            <a:pPr marL="285750" indent="-285750">
              <a:buFont typeface="Arial" panose="020B0604020202020204" pitchFamily="34" charset="0"/>
              <a:buChar char="•"/>
            </a:pPr>
            <a:r>
              <a:rPr lang="en-US" sz="2200" dirty="0">
                <a:solidFill>
                  <a:schemeClr val="bg1"/>
                </a:solidFill>
                <a:latin typeface="Oak Sans" pitchFamily="2" charset="77"/>
              </a:rPr>
              <a:t>Encourages continuous improvement over the semester</a:t>
            </a:r>
          </a:p>
          <a:p>
            <a:pPr marL="285750" indent="-285750">
              <a:buFont typeface="Arial" panose="020B0604020202020204" pitchFamily="34" charset="0"/>
              <a:buChar char="•"/>
            </a:pPr>
            <a:endParaRPr lang="en-US" sz="2200" b="1" dirty="0">
              <a:solidFill>
                <a:schemeClr val="bg1"/>
              </a:solidFill>
              <a:latin typeface="Oak Sans" pitchFamily="2" charset="77"/>
            </a:endParaRPr>
          </a:p>
          <a:p>
            <a:r>
              <a:rPr lang="en-US" sz="2000" b="1" dirty="0">
                <a:solidFill>
                  <a:srgbClr val="97012E"/>
                </a:solidFill>
                <a:latin typeface="Druk Heavy"/>
              </a:rPr>
              <a:t>Industry parallel: Post-mortems and retrospectives</a:t>
            </a:r>
          </a:p>
        </p:txBody>
      </p:sp>
      <p:sp>
        <p:nvSpPr>
          <p:cNvPr id="3" name="TextBox 2">
            <a:extLst>
              <a:ext uri="{FF2B5EF4-FFF2-40B4-BE49-F238E27FC236}">
                <a16:creationId xmlns:a16="http://schemas.microsoft.com/office/drawing/2014/main" id="{B828E9AA-8053-14DB-22D2-69C11DDED88C}"/>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Retrospectives</a:t>
            </a:r>
          </a:p>
        </p:txBody>
      </p:sp>
    </p:spTree>
    <p:extLst>
      <p:ext uri="{BB962C8B-B14F-4D97-AF65-F5344CB8AC3E}">
        <p14:creationId xmlns:p14="http://schemas.microsoft.com/office/powerpoint/2010/main" val="3491421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DC988-FDE0-783D-F1A9-4FFFF6273D3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C45FA28-FD8A-4C2B-2C6E-A3D42F236B4F}"/>
              </a:ext>
            </a:extLst>
          </p:cNvPr>
          <p:cNvSpPr txBox="1"/>
          <p:nvPr/>
        </p:nvSpPr>
        <p:spPr>
          <a:xfrm>
            <a:off x="1574358" y="2949934"/>
            <a:ext cx="7707665" cy="1754326"/>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Software delivered in small, working increments</a:t>
            </a:r>
          </a:p>
          <a:p>
            <a:pPr marL="285750" indent="-285750">
              <a:buFont typeface="Arial" panose="020B0604020202020204" pitchFamily="34" charset="0"/>
              <a:buChar char="•"/>
            </a:pPr>
            <a:r>
              <a:rPr lang="en-US" sz="2200" dirty="0">
                <a:solidFill>
                  <a:schemeClr val="bg1"/>
                </a:solidFill>
                <a:latin typeface="Oak Sans" pitchFamily="2" charset="77"/>
              </a:rPr>
              <a:t>Early versions may be incomplete—but must run</a:t>
            </a:r>
          </a:p>
          <a:p>
            <a:pPr marL="285750" indent="-285750">
              <a:buFont typeface="Arial" panose="020B0604020202020204" pitchFamily="34" charset="0"/>
              <a:buChar char="•"/>
            </a:pPr>
            <a:r>
              <a:rPr lang="en-US" sz="2200" dirty="0">
                <a:solidFill>
                  <a:schemeClr val="bg1"/>
                </a:solidFill>
                <a:latin typeface="Oak Sans" pitchFamily="2" charset="77"/>
              </a:rPr>
              <a:t>Reduces risk and exposes problems sooner</a:t>
            </a:r>
          </a:p>
          <a:p>
            <a:pPr marL="285750" indent="-285750">
              <a:buFont typeface="Arial" panose="020B0604020202020204" pitchFamily="34" charset="0"/>
              <a:buChar char="•"/>
            </a:pPr>
            <a:endParaRPr lang="en-US" sz="2200" b="1" dirty="0">
              <a:solidFill>
                <a:schemeClr val="bg1"/>
              </a:solidFill>
              <a:latin typeface="Oak Sans" pitchFamily="2" charset="77"/>
            </a:endParaRPr>
          </a:p>
          <a:p>
            <a:r>
              <a:rPr lang="en-US" sz="2000" b="1" dirty="0">
                <a:solidFill>
                  <a:srgbClr val="97012E"/>
                </a:solidFill>
                <a:latin typeface="Druk Heavy"/>
              </a:rPr>
              <a:t>Industry parallel: Iterative development and continuous delivery</a:t>
            </a:r>
          </a:p>
        </p:txBody>
      </p:sp>
      <p:sp>
        <p:nvSpPr>
          <p:cNvPr id="3" name="TextBox 2">
            <a:extLst>
              <a:ext uri="{FF2B5EF4-FFF2-40B4-BE49-F238E27FC236}">
                <a16:creationId xmlns:a16="http://schemas.microsoft.com/office/drawing/2014/main" id="{A5A347E1-A270-58B7-FC20-6DF6A551012D}"/>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Incremental Delivery</a:t>
            </a:r>
          </a:p>
        </p:txBody>
      </p:sp>
    </p:spTree>
    <p:extLst>
      <p:ext uri="{BB962C8B-B14F-4D97-AF65-F5344CB8AC3E}">
        <p14:creationId xmlns:p14="http://schemas.microsoft.com/office/powerpoint/2010/main" val="41699190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51D41-4BE5-50F6-5422-4D2F19AC340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469C497-FA71-DAE7-77C1-2EA2C70241DF}"/>
              </a:ext>
            </a:extLst>
          </p:cNvPr>
          <p:cNvSpPr txBox="1"/>
          <p:nvPr/>
        </p:nvSpPr>
        <p:spPr>
          <a:xfrm>
            <a:off x="1574358" y="2949934"/>
            <a:ext cx="7707665" cy="1446550"/>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Communication</a:t>
            </a:r>
          </a:p>
          <a:p>
            <a:pPr marL="285750" indent="-285750">
              <a:buFont typeface="Arial" panose="020B0604020202020204" pitchFamily="34" charset="0"/>
              <a:buChar char="•"/>
            </a:pPr>
            <a:r>
              <a:rPr lang="en-US" sz="2200" dirty="0">
                <a:solidFill>
                  <a:schemeClr val="bg1"/>
                </a:solidFill>
                <a:latin typeface="Oak Sans" pitchFamily="2" charset="77"/>
              </a:rPr>
              <a:t>Collaboration</a:t>
            </a:r>
          </a:p>
          <a:p>
            <a:pPr marL="285750" indent="-285750">
              <a:buFont typeface="Arial" panose="020B0604020202020204" pitchFamily="34" charset="0"/>
              <a:buChar char="•"/>
            </a:pPr>
            <a:r>
              <a:rPr lang="en-US" sz="2200" dirty="0">
                <a:solidFill>
                  <a:schemeClr val="bg1"/>
                </a:solidFill>
                <a:latin typeface="Oak Sans" pitchFamily="2" charset="77"/>
              </a:rPr>
              <a:t>Integrity and Accountability</a:t>
            </a:r>
          </a:p>
          <a:p>
            <a:pPr marL="285750" indent="-285750">
              <a:buFont typeface="Arial" panose="020B0604020202020204" pitchFamily="34" charset="0"/>
              <a:buChar char="•"/>
            </a:pPr>
            <a:endParaRPr lang="en-US" sz="2200" b="1" dirty="0">
              <a:solidFill>
                <a:schemeClr val="bg1"/>
              </a:solidFill>
              <a:latin typeface="Oak Sans" pitchFamily="2" charset="77"/>
            </a:endParaRPr>
          </a:p>
        </p:txBody>
      </p:sp>
      <p:sp>
        <p:nvSpPr>
          <p:cNvPr id="3" name="TextBox 2">
            <a:extLst>
              <a:ext uri="{FF2B5EF4-FFF2-40B4-BE49-F238E27FC236}">
                <a16:creationId xmlns:a16="http://schemas.microsoft.com/office/drawing/2014/main" id="{79B6AE6D-2736-73C6-05C5-C00EDFB259CB}"/>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Expectations and Professionalism</a:t>
            </a:r>
          </a:p>
        </p:txBody>
      </p:sp>
    </p:spTree>
    <p:extLst>
      <p:ext uri="{BB962C8B-B14F-4D97-AF65-F5344CB8AC3E}">
        <p14:creationId xmlns:p14="http://schemas.microsoft.com/office/powerpoint/2010/main" val="179180092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adison">
  <a:themeElements>
    <a:clrScheme name="Madison">
      <a:dk1>
        <a:sysClr val="windowText" lastClr="000000"/>
      </a:dk1>
      <a:lt1>
        <a:sysClr val="window" lastClr="FFFFFF"/>
      </a:lt1>
      <a:dk2>
        <a:srgbClr val="1F2D29"/>
      </a:dk2>
      <a:lt2>
        <a:srgbClr val="C5FAEB"/>
      </a:lt2>
      <a:accent1>
        <a:srgbClr val="A1D68B"/>
      </a:accent1>
      <a:accent2>
        <a:srgbClr val="5EC795"/>
      </a:accent2>
      <a:accent3>
        <a:srgbClr val="4DADCF"/>
      </a:accent3>
      <a:accent4>
        <a:srgbClr val="CDB756"/>
      </a:accent4>
      <a:accent5>
        <a:srgbClr val="E29C36"/>
      </a:accent5>
      <a:accent6>
        <a:srgbClr val="8EC0C1"/>
      </a:accent6>
      <a:hlink>
        <a:srgbClr val="6D9D9B"/>
      </a:hlink>
      <a:folHlink>
        <a:srgbClr val="6D8583"/>
      </a:folHlink>
    </a:clrScheme>
    <a:fontScheme name="Madison">
      <a:majorFont>
        <a:latin typeface="Arial" panose="020B0604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adison">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Madison" id="{025CB5FB-2DD3-45EE-B6F0-CC461540EB19}" vid="{6AC10936-2DFC-4054-9ADF-B5E2C5F8619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{B5A9200C-25AD-8243-91C6-9E230CEB9DC7}tf16401378</Template>
  <TotalTime>1560</TotalTime>
  <Words>1709</Words>
  <Application>Microsoft Office PowerPoint</Application>
  <PresentationFormat>Widescreen</PresentationFormat>
  <Paragraphs>230</Paragraphs>
  <Slides>28</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Aptos</vt:lpstr>
      <vt:lpstr>Arial</vt:lpstr>
      <vt:lpstr>Druk Heavy</vt:lpstr>
      <vt:lpstr>Garamond</vt:lpstr>
      <vt:lpstr>Oak Sans</vt:lpstr>
      <vt:lpstr>Wingdings</vt:lpstr>
      <vt:lpstr>Madison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Thomas, Steve</dc:creator>
  <cp:lastModifiedBy>Ralph Rostock</cp:lastModifiedBy>
  <cp:revision>5</cp:revision>
  <dcterms:created xsi:type="dcterms:W3CDTF">2024-01-23T15:16:37Z</dcterms:created>
  <dcterms:modified xsi:type="dcterms:W3CDTF">2026-01-26T01:43:51Z</dcterms:modified>
</cp:coreProperties>
</file>