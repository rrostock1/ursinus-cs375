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9" r:id="rId3"/>
    <p:sldId id="293" r:id="rId4"/>
    <p:sldId id="295" r:id="rId5"/>
    <p:sldId id="298" r:id="rId6"/>
    <p:sldId id="299" r:id="rId7"/>
    <p:sldId id="297" r:id="rId8"/>
    <p:sldId id="300" r:id="rId9"/>
    <p:sldId id="301" r:id="rId10"/>
    <p:sldId id="302" r:id="rId11"/>
    <p:sldId id="303" r:id="rId12"/>
    <p:sldId id="304" r:id="rId13"/>
    <p:sldId id="30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0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2" d="100"/>
          <a:sy n="122" d="100"/>
        </p:scale>
        <p:origin x="1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lph Rostock" userId="ba6839b1feebeabf" providerId="LiveId" clId="{282AAF5D-1F48-4FCF-8602-3B494CE1C290}"/>
    <pc:docChg chg="undo redo custSel addSld delSld modSld sldOrd">
      <pc:chgData name="Ralph Rostock" userId="ba6839b1feebeabf" providerId="LiveId" clId="{282AAF5D-1F48-4FCF-8602-3B494CE1C290}" dt="2026-01-27T05:08:49.176" v="3620" actId="47"/>
      <pc:docMkLst>
        <pc:docMk/>
      </pc:docMkLst>
      <pc:sldChg chg="modSp mod">
        <pc:chgData name="Ralph Rostock" userId="ba6839b1feebeabf" providerId="LiveId" clId="{282AAF5D-1F48-4FCF-8602-3B494CE1C290}" dt="2026-01-26T20:07:01.282" v="21" actId="20577"/>
        <pc:sldMkLst>
          <pc:docMk/>
          <pc:sldMk cId="3445320646" sldId="256"/>
        </pc:sldMkLst>
        <pc:spChg chg="mod">
          <ac:chgData name="Ralph Rostock" userId="ba6839b1feebeabf" providerId="LiveId" clId="{282AAF5D-1F48-4FCF-8602-3B494CE1C290}" dt="2026-01-26T20:07:01.282" v="21" actId="20577"/>
          <ac:spMkLst>
            <pc:docMk/>
            <pc:sldMk cId="3445320646" sldId="256"/>
            <ac:spMk id="2" creationId="{A80823D0-3086-77A2-5B1D-C40FD2777FEE}"/>
          </ac:spMkLst>
        </pc:spChg>
      </pc:sldChg>
      <pc:sldChg chg="modSp mod">
        <pc:chgData name="Ralph Rostock" userId="ba6839b1feebeabf" providerId="LiveId" clId="{282AAF5D-1F48-4FCF-8602-3B494CE1C290}" dt="2026-01-26T20:44:15.911" v="599" actId="113"/>
        <pc:sldMkLst>
          <pc:docMk/>
          <pc:sldMk cId="1639681357" sldId="259"/>
        </pc:sldMkLst>
        <pc:spChg chg="mod">
          <ac:chgData name="Ralph Rostock" userId="ba6839b1feebeabf" providerId="LiveId" clId="{282AAF5D-1F48-4FCF-8602-3B494CE1C290}" dt="2026-01-26T20:44:15.911" v="599" actId="113"/>
          <ac:spMkLst>
            <pc:docMk/>
            <pc:sldMk cId="1639681357" sldId="259"/>
            <ac:spMk id="2" creationId="{FB5CDBBB-DADA-223E-6E55-D8234D44E5CC}"/>
          </ac:spMkLst>
        </pc:spChg>
        <pc:spChg chg="mod">
          <ac:chgData name="Ralph Rostock" userId="ba6839b1feebeabf" providerId="LiveId" clId="{282AAF5D-1F48-4FCF-8602-3B494CE1C290}" dt="2026-01-26T20:07:29.589" v="25"/>
          <ac:spMkLst>
            <pc:docMk/>
            <pc:sldMk cId="1639681357" sldId="259"/>
            <ac:spMk id="3" creationId="{3F6711FD-2374-EB88-3C5B-CDF8370DF9C6}"/>
          </ac:spMkLst>
        </pc:spChg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1706386405" sldId="260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3918630640" sldId="266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3596661696" sldId="267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3294474550" sldId="268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4258125003" sldId="270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1360453678" sldId="271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3930647965" sldId="272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1652252088" sldId="273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4091656515" sldId="274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3184166561" sldId="275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903691831" sldId="276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3054557233" sldId="277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34833115" sldId="278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627847734" sldId="279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4002891677" sldId="280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99938709" sldId="281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3018265140" sldId="282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4180044483" sldId="283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2726640372" sldId="284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2515399303" sldId="286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1202704225" sldId="287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2926926180" sldId="288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349142130" sldId="289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4169919000" sldId="290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861352972" sldId="291"/>
        </pc:sldMkLst>
      </pc:sldChg>
      <pc:sldChg chg="del">
        <pc:chgData name="Ralph Rostock" userId="ba6839b1feebeabf" providerId="LiveId" clId="{282AAF5D-1F48-4FCF-8602-3B494CE1C290}" dt="2026-01-27T05:08:49.176" v="3620" actId="47"/>
        <pc:sldMkLst>
          <pc:docMk/>
          <pc:sldMk cId="1791800928" sldId="292"/>
        </pc:sldMkLst>
      </pc:sldChg>
      <pc:sldChg chg="addSp delSp modSp add mod">
        <pc:chgData name="Ralph Rostock" userId="ba6839b1feebeabf" providerId="LiveId" clId="{282AAF5D-1F48-4FCF-8602-3B494CE1C290}" dt="2026-01-26T20:50:31.207" v="657" actId="1076"/>
        <pc:sldMkLst>
          <pc:docMk/>
          <pc:sldMk cId="276225859" sldId="293"/>
        </pc:sldMkLst>
        <pc:spChg chg="add del mod">
          <ac:chgData name="Ralph Rostock" userId="ba6839b1feebeabf" providerId="LiveId" clId="{282AAF5D-1F48-4FCF-8602-3B494CE1C290}" dt="2026-01-26T20:50:31.207" v="657" actId="1076"/>
          <ac:spMkLst>
            <pc:docMk/>
            <pc:sldMk cId="276225859" sldId="293"/>
            <ac:spMk id="2" creationId="{1B555C7F-901E-3BBC-8826-9312A6CE54B6}"/>
          </ac:spMkLst>
        </pc:spChg>
        <pc:spChg chg="mod">
          <ac:chgData name="Ralph Rostock" userId="ba6839b1feebeabf" providerId="LiveId" clId="{282AAF5D-1F48-4FCF-8602-3B494CE1C290}" dt="2026-01-26T20:08:33.835" v="75"/>
          <ac:spMkLst>
            <pc:docMk/>
            <pc:sldMk cId="276225859" sldId="293"/>
            <ac:spMk id="3" creationId="{7F811B7D-9FA2-73C9-34CD-AF35491C11D3}"/>
          </ac:spMkLst>
        </pc:spChg>
        <pc:spChg chg="add del">
          <ac:chgData name="Ralph Rostock" userId="ba6839b1feebeabf" providerId="LiveId" clId="{282AAF5D-1F48-4FCF-8602-3B494CE1C290}" dt="2026-01-26T20:45:29.384" v="605" actId="22"/>
          <ac:spMkLst>
            <pc:docMk/>
            <pc:sldMk cId="276225859" sldId="293"/>
            <ac:spMk id="5" creationId="{A0B812F8-9446-F5AE-A5C3-033EE8B18DB2}"/>
          </ac:spMkLst>
        </pc:spChg>
        <pc:spChg chg="add del">
          <ac:chgData name="Ralph Rostock" userId="ba6839b1feebeabf" providerId="LiveId" clId="{282AAF5D-1F48-4FCF-8602-3B494CE1C290}" dt="2026-01-26T20:45:34.213" v="607" actId="22"/>
          <ac:spMkLst>
            <pc:docMk/>
            <pc:sldMk cId="276225859" sldId="293"/>
            <ac:spMk id="7" creationId="{FBE3F3CB-C203-51FE-5480-9177E7C10944}"/>
          </ac:spMkLst>
        </pc:spChg>
      </pc:sldChg>
      <pc:sldChg chg="modSp add del mod">
        <pc:chgData name="Ralph Rostock" userId="ba6839b1feebeabf" providerId="LiveId" clId="{282AAF5D-1F48-4FCF-8602-3B494CE1C290}" dt="2026-01-26T20:10:27.637" v="156" actId="2696"/>
        <pc:sldMkLst>
          <pc:docMk/>
          <pc:sldMk cId="1820984468" sldId="294"/>
        </pc:sldMkLst>
        <pc:spChg chg="mod">
          <ac:chgData name="Ralph Rostock" userId="ba6839b1feebeabf" providerId="LiveId" clId="{282AAF5D-1F48-4FCF-8602-3B494CE1C290}" dt="2026-01-26T20:09:49.770" v="152" actId="20577"/>
          <ac:spMkLst>
            <pc:docMk/>
            <pc:sldMk cId="1820984468" sldId="294"/>
            <ac:spMk id="3" creationId="{EF9EAA57-BBF9-36BD-8B75-AFC4799E3E43}"/>
          </ac:spMkLst>
        </pc:spChg>
      </pc:sldChg>
      <pc:sldChg chg="modSp add mod ord">
        <pc:chgData name="Ralph Rostock" userId="ba6839b1feebeabf" providerId="LiveId" clId="{282AAF5D-1F48-4FCF-8602-3B494CE1C290}" dt="2026-01-26T20:13:50.276" v="213" actId="255"/>
        <pc:sldMkLst>
          <pc:docMk/>
          <pc:sldMk cId="1656630818" sldId="295"/>
        </pc:sldMkLst>
        <pc:spChg chg="mod">
          <ac:chgData name="Ralph Rostock" userId="ba6839b1feebeabf" providerId="LiveId" clId="{282AAF5D-1F48-4FCF-8602-3B494CE1C290}" dt="2026-01-26T20:13:50.276" v="213" actId="255"/>
          <ac:spMkLst>
            <pc:docMk/>
            <pc:sldMk cId="1656630818" sldId="295"/>
            <ac:spMk id="2" creationId="{0BF63145-B34A-F306-4206-67BECC4BA1EB}"/>
          </ac:spMkLst>
        </pc:spChg>
        <pc:spChg chg="mod">
          <ac:chgData name="Ralph Rostock" userId="ba6839b1feebeabf" providerId="LiveId" clId="{282AAF5D-1F48-4FCF-8602-3B494CE1C290}" dt="2026-01-26T20:10:41.169" v="171" actId="20577"/>
          <ac:spMkLst>
            <pc:docMk/>
            <pc:sldMk cId="1656630818" sldId="295"/>
            <ac:spMk id="3" creationId="{DDB64846-A165-F9B7-AE41-A8042DABF4FF}"/>
          </ac:spMkLst>
        </pc:spChg>
      </pc:sldChg>
      <pc:sldChg chg="modSp add del mod">
        <pc:chgData name="Ralph Rostock" userId="ba6839b1feebeabf" providerId="LiveId" clId="{282AAF5D-1F48-4FCF-8602-3B494CE1C290}" dt="2026-01-26T21:02:50.796" v="1318" actId="2696"/>
        <pc:sldMkLst>
          <pc:docMk/>
          <pc:sldMk cId="2088336963" sldId="296"/>
        </pc:sldMkLst>
        <pc:spChg chg="mod">
          <ac:chgData name="Ralph Rostock" userId="ba6839b1feebeabf" providerId="LiveId" clId="{282AAF5D-1F48-4FCF-8602-3B494CE1C290}" dt="2026-01-26T20:18:36.495" v="253" actId="20577"/>
          <ac:spMkLst>
            <pc:docMk/>
            <pc:sldMk cId="2088336963" sldId="296"/>
            <ac:spMk id="2" creationId="{3A4B3F38-AB03-3364-BBE9-72F5EF5FEC62}"/>
          </ac:spMkLst>
        </pc:spChg>
        <pc:spChg chg="mod">
          <ac:chgData name="Ralph Rostock" userId="ba6839b1feebeabf" providerId="LiveId" clId="{282AAF5D-1F48-4FCF-8602-3B494CE1C290}" dt="2026-01-26T20:18:20.082" v="228" actId="20577"/>
          <ac:spMkLst>
            <pc:docMk/>
            <pc:sldMk cId="2088336963" sldId="296"/>
            <ac:spMk id="3" creationId="{5A68EDE2-6734-67EF-B733-604088005E92}"/>
          </ac:spMkLst>
        </pc:spChg>
      </pc:sldChg>
      <pc:sldChg chg="modSp add mod ord">
        <pc:chgData name="Ralph Rostock" userId="ba6839b1feebeabf" providerId="LiveId" clId="{282AAF5D-1F48-4FCF-8602-3B494CE1C290}" dt="2026-01-26T21:05:12.679" v="1433"/>
        <pc:sldMkLst>
          <pc:docMk/>
          <pc:sldMk cId="32442500" sldId="297"/>
        </pc:sldMkLst>
        <pc:spChg chg="mod">
          <ac:chgData name="Ralph Rostock" userId="ba6839b1feebeabf" providerId="LiveId" clId="{282AAF5D-1F48-4FCF-8602-3B494CE1C290}" dt="2026-01-26T21:05:12.679" v="1433"/>
          <ac:spMkLst>
            <pc:docMk/>
            <pc:sldMk cId="32442500" sldId="297"/>
            <ac:spMk id="2" creationId="{D9A8D48A-4A90-2408-EE1D-7225B22D4C99}"/>
          </ac:spMkLst>
        </pc:spChg>
        <pc:spChg chg="mod">
          <ac:chgData name="Ralph Rostock" userId="ba6839b1feebeabf" providerId="LiveId" clId="{282AAF5D-1F48-4FCF-8602-3B494CE1C290}" dt="2026-01-26T20:18:56.593" v="275" actId="20577"/>
          <ac:spMkLst>
            <pc:docMk/>
            <pc:sldMk cId="32442500" sldId="297"/>
            <ac:spMk id="3" creationId="{6BCE2837-3037-2625-163A-C9B25C425425}"/>
          </ac:spMkLst>
        </pc:spChg>
      </pc:sldChg>
      <pc:sldChg chg="delSp modSp add del mod">
        <pc:chgData name="Ralph Rostock" userId="ba6839b1feebeabf" providerId="LiveId" clId="{282AAF5D-1F48-4FCF-8602-3B494CE1C290}" dt="2026-01-26T20:44:36.320" v="600" actId="2696"/>
        <pc:sldMkLst>
          <pc:docMk/>
          <pc:sldMk cId="1391653647" sldId="298"/>
        </pc:sldMkLst>
        <pc:spChg chg="del mod">
          <ac:chgData name="Ralph Rostock" userId="ba6839b1feebeabf" providerId="LiveId" clId="{282AAF5D-1F48-4FCF-8602-3B494CE1C290}" dt="2026-01-26T20:39:30.838" v="502"/>
          <ac:spMkLst>
            <pc:docMk/>
            <pc:sldMk cId="1391653647" sldId="298"/>
            <ac:spMk id="2" creationId="{D573F1D9-0C73-5148-ECC7-EAE432FB79AF}"/>
          </ac:spMkLst>
        </pc:spChg>
      </pc:sldChg>
      <pc:sldChg chg="modSp add mod ord">
        <pc:chgData name="Ralph Rostock" userId="ba6839b1feebeabf" providerId="LiveId" clId="{282AAF5D-1F48-4FCF-8602-3B494CE1C290}" dt="2026-01-26T20:53:45.788" v="968" actId="20577"/>
        <pc:sldMkLst>
          <pc:docMk/>
          <pc:sldMk cId="1565701062" sldId="298"/>
        </pc:sldMkLst>
        <pc:spChg chg="mod">
          <ac:chgData name="Ralph Rostock" userId="ba6839b1feebeabf" providerId="LiveId" clId="{282AAF5D-1F48-4FCF-8602-3B494CE1C290}" dt="2026-01-26T20:53:45.788" v="968" actId="20577"/>
          <ac:spMkLst>
            <pc:docMk/>
            <pc:sldMk cId="1565701062" sldId="298"/>
            <ac:spMk id="2" creationId="{076E59A0-FD71-1BD3-5910-B9F3114A7865}"/>
          </ac:spMkLst>
        </pc:spChg>
        <pc:spChg chg="mod">
          <ac:chgData name="Ralph Rostock" userId="ba6839b1feebeabf" providerId="LiveId" clId="{282AAF5D-1F48-4FCF-8602-3B494CE1C290}" dt="2026-01-26T20:51:56.694" v="687" actId="20577"/>
          <ac:spMkLst>
            <pc:docMk/>
            <pc:sldMk cId="1565701062" sldId="298"/>
            <ac:spMk id="3" creationId="{639E1CC4-9540-A1F7-1A51-09147574CC0C}"/>
          </ac:spMkLst>
        </pc:spChg>
      </pc:sldChg>
      <pc:sldChg chg="modSp add del mod">
        <pc:chgData name="Ralph Rostock" userId="ba6839b1feebeabf" providerId="LiveId" clId="{282AAF5D-1F48-4FCF-8602-3B494CE1C290}" dt="2026-01-26T20:54:24.738" v="984" actId="2696"/>
        <pc:sldMkLst>
          <pc:docMk/>
          <pc:sldMk cId="1063290368" sldId="299"/>
        </pc:sldMkLst>
        <pc:spChg chg="mod">
          <ac:chgData name="Ralph Rostock" userId="ba6839b1feebeabf" providerId="LiveId" clId="{282AAF5D-1F48-4FCF-8602-3B494CE1C290}" dt="2026-01-26T20:54:05.124" v="983" actId="20577"/>
          <ac:spMkLst>
            <pc:docMk/>
            <pc:sldMk cId="1063290368" sldId="299"/>
            <ac:spMk id="2" creationId="{B13626F1-9033-826E-EDA4-ECF1A05F642C}"/>
          </ac:spMkLst>
        </pc:spChg>
      </pc:sldChg>
      <pc:sldChg chg="modSp add mod ord">
        <pc:chgData name="Ralph Rostock" userId="ba6839b1feebeabf" providerId="LiveId" clId="{282AAF5D-1F48-4FCF-8602-3B494CE1C290}" dt="2026-01-26T21:02:24.813" v="1317"/>
        <pc:sldMkLst>
          <pc:docMk/>
          <pc:sldMk cId="3328910869" sldId="299"/>
        </pc:sldMkLst>
        <pc:spChg chg="mod">
          <ac:chgData name="Ralph Rostock" userId="ba6839b1feebeabf" providerId="LiveId" clId="{282AAF5D-1F48-4FCF-8602-3B494CE1C290}" dt="2026-01-26T21:01:43.165" v="1315" actId="15"/>
          <ac:spMkLst>
            <pc:docMk/>
            <pc:sldMk cId="3328910869" sldId="299"/>
            <ac:spMk id="2" creationId="{49634B69-8A6C-373D-11DD-EDBD798E0663}"/>
          </ac:spMkLst>
        </pc:spChg>
        <pc:spChg chg="mod">
          <ac:chgData name="Ralph Rostock" userId="ba6839b1feebeabf" providerId="LiveId" clId="{282AAF5D-1F48-4FCF-8602-3B494CE1C290}" dt="2026-01-26T20:55:05.391" v="999" actId="20577"/>
          <ac:spMkLst>
            <pc:docMk/>
            <pc:sldMk cId="3328910869" sldId="299"/>
            <ac:spMk id="3" creationId="{C1CACC27-DC16-837D-6230-6091E89EAE56}"/>
          </ac:spMkLst>
        </pc:spChg>
      </pc:sldChg>
      <pc:sldChg chg="modSp add mod ord">
        <pc:chgData name="Ralph Rostock" userId="ba6839b1feebeabf" providerId="LiveId" clId="{282AAF5D-1F48-4FCF-8602-3B494CE1C290}" dt="2026-01-27T04:55:40.073" v="1849"/>
        <pc:sldMkLst>
          <pc:docMk/>
          <pc:sldMk cId="2963607726" sldId="300"/>
        </pc:sldMkLst>
        <pc:spChg chg="mod">
          <ac:chgData name="Ralph Rostock" userId="ba6839b1feebeabf" providerId="LiveId" clId="{282AAF5D-1F48-4FCF-8602-3B494CE1C290}" dt="2026-01-27T04:55:40.073" v="1849"/>
          <ac:spMkLst>
            <pc:docMk/>
            <pc:sldMk cId="2963607726" sldId="300"/>
            <ac:spMk id="2" creationId="{9CD6D245-C02D-7C2E-01F4-66DB8C6BDC6E}"/>
          </ac:spMkLst>
        </pc:spChg>
        <pc:spChg chg="mod">
          <ac:chgData name="Ralph Rostock" userId="ba6839b1feebeabf" providerId="LiveId" clId="{282AAF5D-1F48-4FCF-8602-3B494CE1C290}" dt="2026-01-27T04:53:11.055" v="1463" actId="20577"/>
          <ac:spMkLst>
            <pc:docMk/>
            <pc:sldMk cId="2963607726" sldId="300"/>
            <ac:spMk id="3" creationId="{96E38BA1-85E6-D21F-D292-8AD7384447F1}"/>
          </ac:spMkLst>
        </pc:spChg>
      </pc:sldChg>
      <pc:sldChg chg="modSp add mod ord">
        <pc:chgData name="Ralph Rostock" userId="ba6839b1feebeabf" providerId="LiveId" clId="{282AAF5D-1F48-4FCF-8602-3B494CE1C290}" dt="2026-01-27T04:59:14.738" v="2279" actId="5793"/>
        <pc:sldMkLst>
          <pc:docMk/>
          <pc:sldMk cId="3693826193" sldId="301"/>
        </pc:sldMkLst>
        <pc:spChg chg="mod">
          <ac:chgData name="Ralph Rostock" userId="ba6839b1feebeabf" providerId="LiveId" clId="{282AAF5D-1F48-4FCF-8602-3B494CE1C290}" dt="2026-01-27T04:59:14.738" v="2279" actId="5793"/>
          <ac:spMkLst>
            <pc:docMk/>
            <pc:sldMk cId="3693826193" sldId="301"/>
            <ac:spMk id="2" creationId="{ACE300F6-EDAD-C7EA-AB32-47B1DB9DA431}"/>
          </ac:spMkLst>
        </pc:spChg>
        <pc:spChg chg="mod">
          <ac:chgData name="Ralph Rostock" userId="ba6839b1feebeabf" providerId="LiveId" clId="{282AAF5D-1F48-4FCF-8602-3B494CE1C290}" dt="2026-01-27T04:56:41.321" v="1869" actId="20577"/>
          <ac:spMkLst>
            <pc:docMk/>
            <pc:sldMk cId="3693826193" sldId="301"/>
            <ac:spMk id="3" creationId="{5892FD05-C667-1CAF-6617-879DFAAFFCD2}"/>
          </ac:spMkLst>
        </pc:spChg>
      </pc:sldChg>
      <pc:sldChg chg="modSp add mod">
        <pc:chgData name="Ralph Rostock" userId="ba6839b1feebeabf" providerId="LiveId" clId="{282AAF5D-1F48-4FCF-8602-3B494CE1C290}" dt="2026-01-27T05:00:56.056" v="2560" actId="20577"/>
        <pc:sldMkLst>
          <pc:docMk/>
          <pc:sldMk cId="2807166970" sldId="302"/>
        </pc:sldMkLst>
        <pc:spChg chg="mod">
          <ac:chgData name="Ralph Rostock" userId="ba6839b1feebeabf" providerId="LiveId" clId="{282AAF5D-1F48-4FCF-8602-3B494CE1C290}" dt="2026-01-27T05:00:56.056" v="2560" actId="20577"/>
          <ac:spMkLst>
            <pc:docMk/>
            <pc:sldMk cId="2807166970" sldId="302"/>
            <ac:spMk id="2" creationId="{70A2B645-62FE-2DA9-581B-D7A12E5F9C4A}"/>
          </ac:spMkLst>
        </pc:spChg>
        <pc:spChg chg="mod">
          <ac:chgData name="Ralph Rostock" userId="ba6839b1feebeabf" providerId="LiveId" clId="{282AAF5D-1F48-4FCF-8602-3B494CE1C290}" dt="2026-01-27T04:59:30.863" v="2292" actId="20577"/>
          <ac:spMkLst>
            <pc:docMk/>
            <pc:sldMk cId="2807166970" sldId="302"/>
            <ac:spMk id="3" creationId="{B933C2A6-492B-AE42-134B-C29C458BA014}"/>
          </ac:spMkLst>
        </pc:spChg>
      </pc:sldChg>
      <pc:sldChg chg="modSp add mod ord">
        <pc:chgData name="Ralph Rostock" userId="ba6839b1feebeabf" providerId="LiveId" clId="{282AAF5D-1F48-4FCF-8602-3B494CE1C290}" dt="2026-01-27T05:03:11.337" v="2970" actId="20577"/>
        <pc:sldMkLst>
          <pc:docMk/>
          <pc:sldMk cId="289668799" sldId="303"/>
        </pc:sldMkLst>
        <pc:spChg chg="mod">
          <ac:chgData name="Ralph Rostock" userId="ba6839b1feebeabf" providerId="LiveId" clId="{282AAF5D-1F48-4FCF-8602-3B494CE1C290}" dt="2026-01-27T05:03:11.337" v="2970" actId="20577"/>
          <ac:spMkLst>
            <pc:docMk/>
            <pc:sldMk cId="289668799" sldId="303"/>
            <ac:spMk id="2" creationId="{120BA551-8C5F-DD75-6DFC-50FCAFE51A58}"/>
          </ac:spMkLst>
        </pc:spChg>
        <pc:spChg chg="mod">
          <ac:chgData name="Ralph Rostock" userId="ba6839b1feebeabf" providerId="LiveId" clId="{282AAF5D-1F48-4FCF-8602-3B494CE1C290}" dt="2026-01-27T05:01:27.396" v="2594" actId="20577"/>
          <ac:spMkLst>
            <pc:docMk/>
            <pc:sldMk cId="289668799" sldId="303"/>
            <ac:spMk id="3" creationId="{08A088A3-8B31-E181-14D1-4366698E1CBA}"/>
          </ac:spMkLst>
        </pc:spChg>
      </pc:sldChg>
      <pc:sldChg chg="modSp add mod">
        <pc:chgData name="Ralph Rostock" userId="ba6839b1feebeabf" providerId="LiveId" clId="{282AAF5D-1F48-4FCF-8602-3B494CE1C290}" dt="2026-01-27T05:05:06.522" v="3295" actId="20577"/>
        <pc:sldMkLst>
          <pc:docMk/>
          <pc:sldMk cId="1032511909" sldId="304"/>
        </pc:sldMkLst>
        <pc:spChg chg="mod">
          <ac:chgData name="Ralph Rostock" userId="ba6839b1feebeabf" providerId="LiveId" clId="{282AAF5D-1F48-4FCF-8602-3B494CE1C290}" dt="2026-01-27T05:05:06.522" v="3295" actId="20577"/>
          <ac:spMkLst>
            <pc:docMk/>
            <pc:sldMk cId="1032511909" sldId="304"/>
            <ac:spMk id="2" creationId="{0C8DBE14-E76E-E8A6-55CC-4225D6529BF9}"/>
          </ac:spMkLst>
        </pc:spChg>
        <pc:spChg chg="mod">
          <ac:chgData name="Ralph Rostock" userId="ba6839b1feebeabf" providerId="LiveId" clId="{282AAF5D-1F48-4FCF-8602-3B494CE1C290}" dt="2026-01-27T05:03:34.021" v="2990" actId="20577"/>
          <ac:spMkLst>
            <pc:docMk/>
            <pc:sldMk cId="1032511909" sldId="304"/>
            <ac:spMk id="3" creationId="{E1B03F2B-D27C-F939-969C-2F767DAE6E98}"/>
          </ac:spMkLst>
        </pc:spChg>
      </pc:sldChg>
      <pc:sldChg chg="modSp add mod">
        <pc:chgData name="Ralph Rostock" userId="ba6839b1feebeabf" providerId="LiveId" clId="{282AAF5D-1F48-4FCF-8602-3B494CE1C290}" dt="2026-01-27T05:07:43.708" v="3619" actId="20577"/>
        <pc:sldMkLst>
          <pc:docMk/>
          <pc:sldMk cId="3794110568" sldId="305"/>
        </pc:sldMkLst>
        <pc:spChg chg="mod">
          <ac:chgData name="Ralph Rostock" userId="ba6839b1feebeabf" providerId="LiveId" clId="{282AAF5D-1F48-4FCF-8602-3B494CE1C290}" dt="2026-01-27T05:07:43.708" v="3619" actId="20577"/>
          <ac:spMkLst>
            <pc:docMk/>
            <pc:sldMk cId="3794110568" sldId="305"/>
            <ac:spMk id="2" creationId="{9C78F8F4-FAFD-5F86-690D-DA731C2085C4}"/>
          </ac:spMkLst>
        </pc:spChg>
        <pc:spChg chg="mod">
          <ac:chgData name="Ralph Rostock" userId="ba6839b1feebeabf" providerId="LiveId" clId="{282AAF5D-1F48-4FCF-8602-3B494CE1C290}" dt="2026-01-27T05:06:13.933" v="3341" actId="20577"/>
          <ac:spMkLst>
            <pc:docMk/>
            <pc:sldMk cId="3794110568" sldId="305"/>
            <ac:spMk id="3" creationId="{B772C0B9-232D-64DC-9056-AF0F2EF70C6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9B6344-04C4-1F16-CCE5-AEF3F5D210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B499F-B73D-8F16-4DF5-578CD83758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6FC78-0E5D-4497-88DB-D395E4EBF0A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8A174-F328-249D-5575-E89D9F04FD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DC69F-1595-7406-EC61-85E4B55A9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6FD6B-8DAD-4E11-A906-3C6657CE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170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11FBF-2C10-463B-A9CD-21751375938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C95D3-4065-4FF4-B09D-A2BC0DE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8080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rectangular frame with red and yellow symbols&#10;&#10;Description automatically generated">
            <a:extLst>
              <a:ext uri="{FF2B5EF4-FFF2-40B4-BE49-F238E27FC236}">
                <a16:creationId xmlns:a16="http://schemas.microsoft.com/office/drawing/2014/main" id="{63288AF2-F595-56C5-C2A3-6608034769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7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white rectangular frame with a red border&#10;&#10;Description automatically generated">
            <a:extLst>
              <a:ext uri="{FF2B5EF4-FFF2-40B4-BE49-F238E27FC236}">
                <a16:creationId xmlns:a16="http://schemas.microsoft.com/office/drawing/2014/main" id="{196A96C2-9378-38F6-7F06-6907ED33AA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2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rectangular frame with a white background&#10;&#10;Description automatically generated">
            <a:extLst>
              <a:ext uri="{FF2B5EF4-FFF2-40B4-BE49-F238E27FC236}">
                <a16:creationId xmlns:a16="http://schemas.microsoft.com/office/drawing/2014/main" id="{1CA75341-F98F-7DFC-8544-30313E5C94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8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white card with a letter u&#10;&#10;Description automatically generated">
            <a:extLst>
              <a:ext uri="{FF2B5EF4-FFF2-40B4-BE49-F238E27FC236}">
                <a16:creationId xmlns:a16="http://schemas.microsoft.com/office/drawing/2014/main" id="{5A69D7CA-6D91-248C-D2CB-1013FE94F5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0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yellow rectangular frame&#10;&#10;Description automatically generated">
            <a:extLst>
              <a:ext uri="{FF2B5EF4-FFF2-40B4-BE49-F238E27FC236}">
                <a16:creationId xmlns:a16="http://schemas.microsoft.com/office/drawing/2014/main" id="{07A77D1D-AE1A-0A91-15CB-D4BAB7774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03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4E209B1E-2F0F-5371-B4F1-CBD324FD1A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5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D92AC7D5-1BF8-52A4-D918-E71A9061ED5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1180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2" r:id="rId2"/>
    <p:sldLayoutId id="2147483673" r:id="rId3"/>
    <p:sldLayoutId id="2147483675" r:id="rId4"/>
    <p:sldLayoutId id="2147483676" r:id="rId5"/>
    <p:sldLayoutId id="2147483677" r:id="rId6"/>
    <p:sldLayoutId id="2147483678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0823D0-3086-77A2-5B1D-C40FD2777FEE}"/>
              </a:ext>
            </a:extLst>
          </p:cNvPr>
          <p:cNvSpPr txBox="1"/>
          <p:nvPr/>
        </p:nvSpPr>
        <p:spPr>
          <a:xfrm>
            <a:off x="2394062" y="3059668"/>
            <a:ext cx="7403886" cy="4216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CS375 Spring 2026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Ralph Rostock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</a:rPr>
              <a:t>Week 2</a:t>
            </a:r>
          </a:p>
          <a:p>
            <a:pPr algn="ctr"/>
            <a:r>
              <a:rPr lang="en-US" sz="2400" b="1" dirty="0">
                <a:solidFill>
                  <a:srgbClr val="97012E"/>
                </a:solidFill>
                <a:latin typeface="Druk Heavy" pitchFamily="2" charset="77"/>
              </a:rPr>
              <a:t>Version Control, Software Development Methodologies, </a:t>
            </a:r>
          </a:p>
          <a:p>
            <a:pPr algn="ctr"/>
            <a:r>
              <a:rPr lang="en-US" sz="2400" b="1" dirty="0">
                <a:solidFill>
                  <a:srgbClr val="97012E"/>
                </a:solidFill>
                <a:latin typeface="Druk Heavy" pitchFamily="2" charset="77"/>
              </a:rPr>
              <a:t>Software Project Brainstorming &amp; Team Formations</a:t>
            </a:r>
            <a:b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</a:br>
            <a:br>
              <a:rPr lang="en-US" sz="4000" dirty="0">
                <a:solidFill>
                  <a:schemeClr val="bg1"/>
                </a:solidFill>
                <a:latin typeface="Oak Sans" pitchFamily="2" charset="77"/>
              </a:rPr>
            </a:br>
            <a:endParaRPr lang="en-US" sz="4000" dirty="0">
              <a:solidFill>
                <a:schemeClr val="bg1"/>
              </a:solidFill>
              <a:latin typeface="Oa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45320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5CDBBB-DADA-223E-6E55-D8234D44E5CC}"/>
              </a:ext>
            </a:extLst>
          </p:cNvPr>
          <p:cNvSpPr txBox="1"/>
          <p:nvPr/>
        </p:nvSpPr>
        <p:spPr>
          <a:xfrm>
            <a:off x="1574358" y="2314234"/>
            <a:ext cx="7718134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Product teams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Cross-functional (engineering, product, design, QA)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Long-lived teams owning a product, not short projects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Teams responsible for success after release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Continuous delivery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Software is always in a “potentially releasable” state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Small, frequent changes instead of large releases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Automation enables speed and safety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  <a:latin typeface="Oak Sans" pitchFamily="2" charset="77"/>
            </a:endParaRPr>
          </a:p>
          <a:p>
            <a:pPr lvl="1"/>
            <a:r>
              <a:rPr lang="en-US" sz="1600" b="1" dirty="0">
                <a:solidFill>
                  <a:srgbClr val="97012E"/>
                </a:solidFill>
                <a:latin typeface="Druk Heavy"/>
              </a:rPr>
              <a:t>Why might companies prefer frequent, smaller releases over fewer, larger ones?</a:t>
            </a:r>
          </a:p>
          <a:p>
            <a:pPr lvl="1"/>
            <a:endParaRPr lang="en-US" sz="2200" dirty="0">
              <a:solidFill>
                <a:schemeClr val="bg1"/>
              </a:solidFill>
              <a:latin typeface="Oak Sa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711FD-2374-EB88-3C5B-CDF8370DF9C6}"/>
              </a:ext>
            </a:extLst>
          </p:cNvPr>
          <p:cNvSpPr txBox="1"/>
          <p:nvPr/>
        </p:nvSpPr>
        <p:spPr>
          <a:xfrm>
            <a:off x="574839" y="1729458"/>
            <a:ext cx="9794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How Software Is Built in Industry Today</a:t>
            </a:r>
          </a:p>
        </p:txBody>
      </p:sp>
    </p:spTree>
    <p:extLst>
      <p:ext uri="{BB962C8B-B14F-4D97-AF65-F5344CB8AC3E}">
        <p14:creationId xmlns:p14="http://schemas.microsoft.com/office/powerpoint/2010/main" val="1639681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81823-3E0A-AFF6-59FC-5EFCD63F3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555C7F-901E-3BBC-8826-9312A6CE54B6}"/>
              </a:ext>
            </a:extLst>
          </p:cNvPr>
          <p:cNvSpPr txBox="1"/>
          <p:nvPr/>
        </p:nvSpPr>
        <p:spPr>
          <a:xfrm>
            <a:off x="1618062" y="2314233"/>
            <a:ext cx="770766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Waterfall overview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Linear sequence of phases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Heavy upfront requirements and design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Testing late in the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Strengths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Predictable milestones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Works well when requirements are stable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Clear documentation and contracts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Weaknesses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Late feedback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High cost of change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Risk of building the wrong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811B7D-9FA2-73C9-34CD-AF35491C11D3}"/>
              </a:ext>
            </a:extLst>
          </p:cNvPr>
          <p:cNvSpPr txBox="1"/>
          <p:nvPr/>
        </p:nvSpPr>
        <p:spPr>
          <a:xfrm>
            <a:off x="574839" y="1729458"/>
            <a:ext cx="9794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Traditional Development Models</a:t>
            </a:r>
          </a:p>
        </p:txBody>
      </p:sp>
    </p:spTree>
    <p:extLst>
      <p:ext uri="{BB962C8B-B14F-4D97-AF65-F5344CB8AC3E}">
        <p14:creationId xmlns:p14="http://schemas.microsoft.com/office/powerpoint/2010/main" val="276225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96000-2227-FEA2-9C33-8404D442C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F63145-B34A-F306-4206-67BECC4BA1EB}"/>
              </a:ext>
            </a:extLst>
          </p:cNvPr>
          <p:cNvSpPr txBox="1"/>
          <p:nvPr/>
        </p:nvSpPr>
        <p:spPr>
          <a:xfrm>
            <a:off x="1574357" y="2660765"/>
            <a:ext cx="699911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Core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 Individuals and interactions over processes and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Working software over comprehensive documentation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Customer collaboration over contract negotiation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Responding to change over following a plan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  <a:latin typeface="Oak Sans" pitchFamily="2" charset="77"/>
            </a:endParaRPr>
          </a:p>
          <a:p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https://agilemanifesto.org/principles.html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B64846-A165-F9B7-AE41-A8042DABF4FF}"/>
              </a:ext>
            </a:extLst>
          </p:cNvPr>
          <p:cNvSpPr txBox="1"/>
          <p:nvPr/>
        </p:nvSpPr>
        <p:spPr>
          <a:xfrm>
            <a:off x="574839" y="1729458"/>
            <a:ext cx="9794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Agile Manifesto</a:t>
            </a:r>
          </a:p>
        </p:txBody>
      </p:sp>
    </p:spTree>
    <p:extLst>
      <p:ext uri="{BB962C8B-B14F-4D97-AF65-F5344CB8AC3E}">
        <p14:creationId xmlns:p14="http://schemas.microsoft.com/office/powerpoint/2010/main" val="1656630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AFCD8-4B90-A30E-95EF-88C1E2C84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6E59A0-FD71-1BD3-5910-B9F3114A7865}"/>
              </a:ext>
            </a:extLst>
          </p:cNvPr>
          <p:cNvSpPr txBox="1"/>
          <p:nvPr/>
        </p:nvSpPr>
        <p:spPr>
          <a:xfrm>
            <a:off x="1618062" y="2314233"/>
            <a:ext cx="77076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Why the Manifesto was created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Reaction to heavyweight, document-driven processes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Focus on uncertainty and 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Core 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“Over” does not mean “instead of”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Balance, not elimination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9E1CC4-9540-A1F7-1A51-09147574CC0C}"/>
              </a:ext>
            </a:extLst>
          </p:cNvPr>
          <p:cNvSpPr txBox="1"/>
          <p:nvPr/>
        </p:nvSpPr>
        <p:spPr>
          <a:xfrm>
            <a:off x="574839" y="1729458"/>
            <a:ext cx="9794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Agile Manifesto (Continued)</a:t>
            </a:r>
          </a:p>
        </p:txBody>
      </p:sp>
    </p:spTree>
    <p:extLst>
      <p:ext uri="{BB962C8B-B14F-4D97-AF65-F5344CB8AC3E}">
        <p14:creationId xmlns:p14="http://schemas.microsoft.com/office/powerpoint/2010/main" val="156570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D64C2-6786-E668-1DEE-04306908C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634B69-8A6C-373D-11DD-EDBD798E0663}"/>
              </a:ext>
            </a:extLst>
          </p:cNvPr>
          <p:cNvSpPr txBox="1"/>
          <p:nvPr/>
        </p:nvSpPr>
        <p:spPr>
          <a:xfrm>
            <a:off x="1574357" y="2660765"/>
            <a:ext cx="699911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Roles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Product Owner: Values and Priorities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Scrum Master: Process and Impediments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Development Team: Builds the Product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Ceremonies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Sprint Planning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Daily Standups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Sprint Review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Retrospective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Artifacts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Product Backlog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Sprint Backlog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Increment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Oak Sa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CACC27-DC16-837D-6230-6091E89EAE56}"/>
              </a:ext>
            </a:extLst>
          </p:cNvPr>
          <p:cNvSpPr txBox="1"/>
          <p:nvPr/>
        </p:nvSpPr>
        <p:spPr>
          <a:xfrm>
            <a:off x="574839" y="1729458"/>
            <a:ext cx="9794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Scrum Overview</a:t>
            </a:r>
          </a:p>
        </p:txBody>
      </p:sp>
    </p:spTree>
    <p:extLst>
      <p:ext uri="{BB962C8B-B14F-4D97-AF65-F5344CB8AC3E}">
        <p14:creationId xmlns:p14="http://schemas.microsoft.com/office/powerpoint/2010/main" val="3328910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2B586-41E8-D44C-9E66-827688AD9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A8D48A-4A90-2408-EE1D-7225B22D4C99}"/>
              </a:ext>
            </a:extLst>
          </p:cNvPr>
          <p:cNvSpPr txBox="1"/>
          <p:nvPr/>
        </p:nvSpPr>
        <p:spPr>
          <a:xfrm>
            <a:off x="1574358" y="2949934"/>
            <a:ext cx="770766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What teams really do vs. Textbook Scrum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Hybrid processes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Fewer ceremonies, more communication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Adjust practices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Alternatives to Scrum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Kanban: flow-based, no fixed sprints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Extreme Programming: engineering discipline (TDD, pair programming)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Lean: minimize waste, optimize the whole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CE2837-3037-2625-163A-C9B25C425425}"/>
              </a:ext>
            </a:extLst>
          </p:cNvPr>
          <p:cNvSpPr txBox="1"/>
          <p:nvPr/>
        </p:nvSpPr>
        <p:spPr>
          <a:xfrm>
            <a:off x="574839" y="1729458"/>
            <a:ext cx="9794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Agile in Practice</a:t>
            </a:r>
          </a:p>
        </p:txBody>
      </p:sp>
    </p:spTree>
    <p:extLst>
      <p:ext uri="{BB962C8B-B14F-4D97-AF65-F5344CB8AC3E}">
        <p14:creationId xmlns:p14="http://schemas.microsoft.com/office/powerpoint/2010/main" val="32442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05CA6-5314-1938-D0A8-8348D62B9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D6D245-C02D-7C2E-01F4-66DB8C6BDC6E}"/>
              </a:ext>
            </a:extLst>
          </p:cNvPr>
          <p:cNvSpPr txBox="1"/>
          <p:nvPr/>
        </p:nvSpPr>
        <p:spPr>
          <a:xfrm>
            <a:off x="1574358" y="2314234"/>
            <a:ext cx="77181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Enables collaboration without overwriting work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Allows multiple people to work on the same codebase safely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Maintains a complete history of changes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Records who changed what, when, why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Makes experimentation low-risk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Supports rollback and recovery from mistakes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  <a:latin typeface="Oak Sans" pitchFamily="2" charset="77"/>
            </a:endParaRPr>
          </a:p>
          <a:p>
            <a:pPr lvl="1"/>
            <a:r>
              <a:rPr lang="en-US" sz="1600" b="1" dirty="0">
                <a:solidFill>
                  <a:srgbClr val="97012E"/>
                </a:solidFill>
                <a:latin typeface="Druk Heavy"/>
              </a:rPr>
              <a:t>Version control is essential infrastructure for team-based software development.</a:t>
            </a:r>
            <a:endParaRPr lang="en-US" sz="2200" dirty="0">
              <a:solidFill>
                <a:schemeClr val="bg1"/>
              </a:solidFill>
              <a:latin typeface="Oak Sa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E38BA1-85E6-D21F-D292-8AD7384447F1}"/>
              </a:ext>
            </a:extLst>
          </p:cNvPr>
          <p:cNvSpPr txBox="1"/>
          <p:nvPr/>
        </p:nvSpPr>
        <p:spPr>
          <a:xfrm>
            <a:off x="574839" y="1729458"/>
            <a:ext cx="9794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Why Version Control Matters</a:t>
            </a:r>
          </a:p>
        </p:txBody>
      </p:sp>
    </p:spTree>
    <p:extLst>
      <p:ext uri="{BB962C8B-B14F-4D97-AF65-F5344CB8AC3E}">
        <p14:creationId xmlns:p14="http://schemas.microsoft.com/office/powerpoint/2010/main" val="2963607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71D9C-341C-6E44-4418-AC37F87B8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E300F6-EDAD-C7EA-AB32-47B1DB9DA431}"/>
              </a:ext>
            </a:extLst>
          </p:cNvPr>
          <p:cNvSpPr txBox="1"/>
          <p:nvPr/>
        </p:nvSpPr>
        <p:spPr>
          <a:xfrm>
            <a:off x="1574357" y="2660765"/>
            <a:ext cx="699911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Repository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Shared project workspace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Contains source code, configuration, documentation – anything related to project that you want to track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Exists locally and remotely (e.g. GitHub)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Commit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Snapshot of a logical change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Includes author, timestamp, and message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Serves as technical documentation</a:t>
            </a:r>
          </a:p>
          <a:p>
            <a:pPr lvl="1"/>
            <a:endParaRPr lang="en-US" sz="1600" dirty="0">
              <a:solidFill>
                <a:schemeClr val="bg1"/>
              </a:solidFill>
              <a:latin typeface="Oak Sa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92FD05-C667-1CAF-6617-879DFAAFFCD2}"/>
              </a:ext>
            </a:extLst>
          </p:cNvPr>
          <p:cNvSpPr txBox="1"/>
          <p:nvPr/>
        </p:nvSpPr>
        <p:spPr>
          <a:xfrm>
            <a:off x="574839" y="1729458"/>
            <a:ext cx="9794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Core Git Concepts</a:t>
            </a:r>
          </a:p>
        </p:txBody>
      </p:sp>
    </p:spTree>
    <p:extLst>
      <p:ext uri="{BB962C8B-B14F-4D97-AF65-F5344CB8AC3E}">
        <p14:creationId xmlns:p14="http://schemas.microsoft.com/office/powerpoint/2010/main" val="3693826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6AD8C-09C5-2C85-01A5-007001D26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A2B645-62FE-2DA9-581B-D7A12E5F9C4A}"/>
              </a:ext>
            </a:extLst>
          </p:cNvPr>
          <p:cNvSpPr txBox="1"/>
          <p:nvPr/>
        </p:nvSpPr>
        <p:spPr>
          <a:xfrm>
            <a:off x="1574357" y="2660765"/>
            <a:ext cx="699911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Branch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Independent line of development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Enables parallel work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Keeps unfinished work isolated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Can be permanent or temporary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Merge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Combines changes from different branches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Integrates completed work into shared codebase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Oak Sans" pitchFamily="2" charset="77"/>
              </a:rPr>
              <a:t>Conflicts are expected and manageable</a:t>
            </a:r>
          </a:p>
          <a:p>
            <a:pPr lvl="1"/>
            <a:endParaRPr lang="en-US" sz="1600" dirty="0">
              <a:solidFill>
                <a:schemeClr val="bg1"/>
              </a:solidFill>
              <a:latin typeface="Oak Sa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33C2A6-492B-AE42-134B-C29C458BA014}"/>
              </a:ext>
            </a:extLst>
          </p:cNvPr>
          <p:cNvSpPr txBox="1"/>
          <p:nvPr/>
        </p:nvSpPr>
        <p:spPr>
          <a:xfrm>
            <a:off x="574839" y="1729458"/>
            <a:ext cx="9794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Core Git Concepts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807166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CDD8B-52B7-41C5-5C7E-61BF25079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0BA551-8C5F-DD75-6DFC-50FCAFE51A58}"/>
              </a:ext>
            </a:extLst>
          </p:cNvPr>
          <p:cNvSpPr txBox="1"/>
          <p:nvPr/>
        </p:nvSpPr>
        <p:spPr>
          <a:xfrm>
            <a:off x="1574358" y="2314234"/>
            <a:ext cx="77181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Main branch represents stable, working software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New work happens on feature branches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Developers commit small, focused changes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Pull requests propose changes for integration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Automatic checks run before merging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Code review provides feedback and quality control, often a requirement for approving a pull request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  <a:latin typeface="Oak Sans" pitchFamily="2" charset="77"/>
            </a:endParaRPr>
          </a:p>
          <a:p>
            <a:pPr lvl="1"/>
            <a:r>
              <a:rPr lang="en-US" sz="1600" b="1" dirty="0">
                <a:solidFill>
                  <a:srgbClr val="97012E"/>
                </a:solidFill>
                <a:latin typeface="Druk Heavy"/>
              </a:rPr>
              <a:t>Git workflows create structured feedback loops</a:t>
            </a:r>
            <a:endParaRPr lang="en-US" sz="2200" dirty="0">
              <a:solidFill>
                <a:schemeClr val="bg1"/>
              </a:solidFill>
              <a:latin typeface="Oak Sa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A088A3-8B31-E181-14D1-4366698E1CBA}"/>
              </a:ext>
            </a:extLst>
          </p:cNvPr>
          <p:cNvSpPr txBox="1"/>
          <p:nvPr/>
        </p:nvSpPr>
        <p:spPr>
          <a:xfrm>
            <a:off x="574839" y="1729458"/>
            <a:ext cx="9794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Typical Team Git Workflow</a:t>
            </a:r>
          </a:p>
        </p:txBody>
      </p:sp>
    </p:spTree>
    <p:extLst>
      <p:ext uri="{BB962C8B-B14F-4D97-AF65-F5344CB8AC3E}">
        <p14:creationId xmlns:p14="http://schemas.microsoft.com/office/powerpoint/2010/main" val="289668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75CD4-6262-2C6E-8318-672516B14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8DBE14-E76E-E8A6-55CC-4225D6529BF9}"/>
              </a:ext>
            </a:extLst>
          </p:cNvPr>
          <p:cNvSpPr txBox="1"/>
          <p:nvPr/>
        </p:nvSpPr>
        <p:spPr>
          <a:xfrm>
            <a:off x="1574358" y="2314234"/>
            <a:ext cx="771813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Working directly on the main branch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Making large, unfocused commits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Skipping code reviews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Writing poor or vague commit messages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Treating Git as a backup tool instead of a collaboration tool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  <a:latin typeface="Oak Sans" pitchFamily="2" charset="77"/>
            </a:endParaRPr>
          </a:p>
          <a:p>
            <a:pPr lvl="1"/>
            <a:r>
              <a:rPr lang="en-US" sz="1600" b="1" dirty="0">
                <a:solidFill>
                  <a:srgbClr val="97012E"/>
                </a:solidFill>
                <a:latin typeface="Druk Heavy"/>
              </a:rPr>
              <a:t>Most Git problems result from poor process, not Git itself</a:t>
            </a:r>
            <a:endParaRPr lang="en-US" sz="2200" dirty="0">
              <a:solidFill>
                <a:schemeClr val="bg1"/>
              </a:solidFill>
              <a:latin typeface="Oak Sa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03F2B-D27C-F939-969C-2F767DAE6E98}"/>
              </a:ext>
            </a:extLst>
          </p:cNvPr>
          <p:cNvSpPr txBox="1"/>
          <p:nvPr/>
        </p:nvSpPr>
        <p:spPr>
          <a:xfrm>
            <a:off x="574839" y="1729458"/>
            <a:ext cx="9794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Common Git Mistakes</a:t>
            </a:r>
          </a:p>
        </p:txBody>
      </p:sp>
    </p:spTree>
    <p:extLst>
      <p:ext uri="{BB962C8B-B14F-4D97-AF65-F5344CB8AC3E}">
        <p14:creationId xmlns:p14="http://schemas.microsoft.com/office/powerpoint/2010/main" val="1032511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06ACC-5E38-890E-910D-A5C4F58E0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8F8F4-FAFD-5F86-690D-DA731C2085C4}"/>
              </a:ext>
            </a:extLst>
          </p:cNvPr>
          <p:cNvSpPr txBox="1"/>
          <p:nvPr/>
        </p:nvSpPr>
        <p:spPr>
          <a:xfrm>
            <a:off x="1574358" y="2314234"/>
            <a:ext cx="771813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Enables Incremental Development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Supports frequent integration and delivery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Allows multiple features to be developed in parallel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Provides traceability from work items to code changes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Oak Sans" pitchFamily="2" charset="77"/>
              </a:rPr>
              <a:t>Makes feedback and iteration visible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  <a:latin typeface="Oak Sans" pitchFamily="2" charset="77"/>
            </a:endParaRPr>
          </a:p>
          <a:p>
            <a:pPr lvl="1"/>
            <a:r>
              <a:rPr lang="en-US" sz="1600" b="1" dirty="0">
                <a:solidFill>
                  <a:srgbClr val="97012E"/>
                </a:solidFill>
                <a:latin typeface="Druk Heavy"/>
              </a:rPr>
              <a:t>Agile practices depend on version control to scale</a:t>
            </a:r>
            <a:endParaRPr lang="en-US" sz="2200" dirty="0">
              <a:solidFill>
                <a:schemeClr val="bg1"/>
              </a:solidFill>
              <a:latin typeface="Oak Sa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72C0B9-232D-64DC-9056-AF0F2EF70C64}"/>
              </a:ext>
            </a:extLst>
          </p:cNvPr>
          <p:cNvSpPr txBox="1"/>
          <p:nvPr/>
        </p:nvSpPr>
        <p:spPr>
          <a:xfrm>
            <a:off x="574839" y="1729458"/>
            <a:ext cx="9794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8012E"/>
                </a:solidFill>
                <a:latin typeface="Druk Heavy" pitchFamily="2" charset="77"/>
                <a:cs typeface="Gotham Bold" pitchFamily="50" charset="0"/>
              </a:rPr>
              <a:t>How Git Supports Agile Software Development</a:t>
            </a:r>
          </a:p>
        </p:txBody>
      </p:sp>
    </p:spTree>
    <p:extLst>
      <p:ext uri="{BB962C8B-B14F-4D97-AF65-F5344CB8AC3E}">
        <p14:creationId xmlns:p14="http://schemas.microsoft.com/office/powerpoint/2010/main" val="37941105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{B5A9200C-25AD-8243-91C6-9E230CEB9DC7}tf16401378</Template>
  <TotalTime>2103</TotalTime>
  <Words>590</Words>
  <Application>Microsoft Office PowerPoint</Application>
  <PresentationFormat>Widescreen</PresentationFormat>
  <Paragraphs>120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Druk Heavy</vt:lpstr>
      <vt:lpstr>Garamond</vt:lpstr>
      <vt:lpstr>Oak Sans</vt:lpstr>
      <vt:lpstr>Wingdings</vt:lpstr>
      <vt:lpstr>Madison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Thomas, Steve</dc:creator>
  <cp:lastModifiedBy>Ralph Rostock</cp:lastModifiedBy>
  <cp:revision>6</cp:revision>
  <dcterms:created xsi:type="dcterms:W3CDTF">2024-01-23T15:16:37Z</dcterms:created>
  <dcterms:modified xsi:type="dcterms:W3CDTF">2026-01-27T05:08:55Z</dcterms:modified>
</cp:coreProperties>
</file>