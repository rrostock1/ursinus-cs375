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BF165-B43D-4BDA-A2CB-CAE19107F4C6}" v="2" dt="2026-01-28T02:16:52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3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 Requirements Engineering &amp; Team Workflows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2104</TotalTime>
  <Words>15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7</cp:revision>
  <dcterms:created xsi:type="dcterms:W3CDTF">2024-01-23T15:16:37Z</dcterms:created>
  <dcterms:modified xsi:type="dcterms:W3CDTF">2026-01-28T02:17:25Z</dcterms:modified>
</cp:coreProperties>
</file>